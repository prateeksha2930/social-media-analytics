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FA29A38-DFBF-456C-97E5-FD65388DEB28}" v="2" dt="2025-11-06T23:03:26.7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ateeksha Mehta" userId="fd90135dbe1f57f7" providerId="LiveId" clId="{4E1C139B-FB4D-423A-BCDB-506050D228FF}"/>
    <pc:docChg chg="undo custSel modSld">
      <pc:chgData name="Prateeksha Mehta" userId="fd90135dbe1f57f7" providerId="LiveId" clId="{4E1C139B-FB4D-423A-BCDB-506050D228FF}" dt="2025-11-06T23:18:33.677" v="46" actId="14100"/>
      <pc:docMkLst>
        <pc:docMk/>
      </pc:docMkLst>
      <pc:sldChg chg="modSp mod">
        <pc:chgData name="Prateeksha Mehta" userId="fd90135dbe1f57f7" providerId="LiveId" clId="{4E1C139B-FB4D-423A-BCDB-506050D228FF}" dt="2025-11-06T23:06:53.554" v="32" actId="20577"/>
        <pc:sldMkLst>
          <pc:docMk/>
          <pc:sldMk cId="4154691914" sldId="258"/>
        </pc:sldMkLst>
        <pc:graphicFrameChg chg="mod modGraphic">
          <ac:chgData name="Prateeksha Mehta" userId="fd90135dbe1f57f7" providerId="LiveId" clId="{4E1C139B-FB4D-423A-BCDB-506050D228FF}" dt="2025-11-06T23:06:53.554" v="32" actId="20577"/>
          <ac:graphicFrameMkLst>
            <pc:docMk/>
            <pc:sldMk cId="4154691914" sldId="258"/>
            <ac:graphicFrameMk id="5" creationId="{42BE9AB0-B0BE-39CF-908C-F31999ADDC25}"/>
          </ac:graphicFrameMkLst>
        </pc:graphicFrameChg>
      </pc:sldChg>
      <pc:sldChg chg="modSp mod">
        <pc:chgData name="Prateeksha Mehta" userId="fd90135dbe1f57f7" providerId="LiveId" clId="{4E1C139B-FB4D-423A-BCDB-506050D228FF}" dt="2025-11-06T23:09:37.219" v="40" actId="20577"/>
        <pc:sldMkLst>
          <pc:docMk/>
          <pc:sldMk cId="4292962680" sldId="260"/>
        </pc:sldMkLst>
        <pc:spChg chg="mod">
          <ac:chgData name="Prateeksha Mehta" userId="fd90135dbe1f57f7" providerId="LiveId" clId="{4E1C139B-FB4D-423A-BCDB-506050D228FF}" dt="2025-11-06T23:09:37.219" v="40" actId="20577"/>
          <ac:spMkLst>
            <pc:docMk/>
            <pc:sldMk cId="4292962680" sldId="260"/>
            <ac:spMk id="3" creationId="{465667BB-A67F-072C-0B16-D87A168991F1}"/>
          </ac:spMkLst>
        </pc:spChg>
      </pc:sldChg>
      <pc:sldChg chg="modSp mod">
        <pc:chgData name="Prateeksha Mehta" userId="fd90135dbe1f57f7" providerId="LiveId" clId="{4E1C139B-FB4D-423A-BCDB-506050D228FF}" dt="2025-11-06T23:11:49.761" v="43" actId="20577"/>
        <pc:sldMkLst>
          <pc:docMk/>
          <pc:sldMk cId="3060749969" sldId="262"/>
        </pc:sldMkLst>
        <pc:spChg chg="mod">
          <ac:chgData name="Prateeksha Mehta" userId="fd90135dbe1f57f7" providerId="LiveId" clId="{4E1C139B-FB4D-423A-BCDB-506050D228FF}" dt="2025-11-06T23:11:49.761" v="43" actId="20577"/>
          <ac:spMkLst>
            <pc:docMk/>
            <pc:sldMk cId="3060749969" sldId="262"/>
            <ac:spMk id="5" creationId="{2592908A-E6BA-966F-7AF0-0751E9B2893D}"/>
          </ac:spMkLst>
        </pc:spChg>
      </pc:sldChg>
      <pc:sldChg chg="modSp mod">
        <pc:chgData name="Prateeksha Mehta" userId="fd90135dbe1f57f7" providerId="LiveId" clId="{4E1C139B-FB4D-423A-BCDB-506050D228FF}" dt="2025-11-06T23:14:44.341" v="44" actId="14100"/>
        <pc:sldMkLst>
          <pc:docMk/>
          <pc:sldMk cId="1461911903" sldId="263"/>
        </pc:sldMkLst>
        <pc:graphicFrameChg chg="mod">
          <ac:chgData name="Prateeksha Mehta" userId="fd90135dbe1f57f7" providerId="LiveId" clId="{4E1C139B-FB4D-423A-BCDB-506050D228FF}" dt="2025-11-06T23:14:44.341" v="44" actId="14100"/>
          <ac:graphicFrameMkLst>
            <pc:docMk/>
            <pc:sldMk cId="1461911903" sldId="263"/>
            <ac:graphicFrameMk id="4" creationId="{EB64ECF2-403C-7675-6644-1137EE158CC6}"/>
          </ac:graphicFrameMkLst>
        </pc:graphicFrameChg>
      </pc:sldChg>
      <pc:sldChg chg="modSp mod">
        <pc:chgData name="Prateeksha Mehta" userId="fd90135dbe1f57f7" providerId="LiveId" clId="{4E1C139B-FB4D-423A-BCDB-506050D228FF}" dt="2025-11-06T23:18:33.677" v="46" actId="14100"/>
        <pc:sldMkLst>
          <pc:docMk/>
          <pc:sldMk cId="1393728194" sldId="265"/>
        </pc:sldMkLst>
        <pc:picChg chg="mod">
          <ac:chgData name="Prateeksha Mehta" userId="fd90135dbe1f57f7" providerId="LiveId" clId="{4E1C139B-FB4D-423A-BCDB-506050D228FF}" dt="2025-11-06T23:18:33.677" v="46" actId="14100"/>
          <ac:picMkLst>
            <pc:docMk/>
            <pc:sldMk cId="1393728194" sldId="265"/>
            <ac:picMk id="6" creationId="{D54B040F-61F4-FDE5-707D-1D7E58EEC134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Instagram_Profile%20Performance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Instagram_Profile%20Performance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Instagram_Profile%20Performance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Fall2025-Instagram_ProfilePerformance_Dashboard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Instagram_Profile%20Performance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pratu\OneDrive\Desktop\OC%20Team\Instagram_Profile%20Performance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[Instagram_Profile Performance.xlsx]Main_Charts!PivotTable5</c:name>
    <c:fmtId val="8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1" i="0" u="none" strike="noStrike" kern="1200" spc="0" baseline="0">
                <a:solidFill>
                  <a:sysClr val="windowText" lastClr="000000">
                    <a:lumMod val="65000"/>
                    <a:lumOff val="35000"/>
                  </a:sysClr>
                </a:solidFill>
              </a:rPr>
              <a:t>Performance Over Time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4.2116346406949196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5793629902605948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1.3129219676119002E-3"/>
              <c:y val="-1.06695073880037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2.1058173203474598E-2"/>
              <c:y val="-6.822260251788838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4.1157408040442475E-3"/>
              <c:y val="-4.31722993824568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dLbl>
          <c:idx val="0"/>
          <c:layout>
            <c:manualLayout>
              <c:x val="-4.9615480029769439E-3"/>
              <c:y val="-1.422600985067183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-4.9615480029769439E-3"/>
              <c:y val="-1.422600985067183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4.1157408040442475E-3"/>
              <c:y val="-4.31722993824568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1.5793629902605948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8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4.2116346406949196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9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1.3129219676119002E-3"/>
              <c:y val="-1.06695073880037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0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2.1058173203474598E-2"/>
              <c:y val="-6.822260251788838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5"/>
        <c:spPr>
          <a:solidFill>
            <a:schemeClr val="accent3"/>
          </a:solidFill>
          <a:ln>
            <a:noFill/>
          </a:ln>
          <a:effectLst/>
        </c:spPr>
        <c:dLbl>
          <c:idx val="0"/>
          <c:layout>
            <c:manualLayout>
              <c:x val="-4.9615480029769439E-3"/>
              <c:y val="-1.422600985067183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7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4.1157408040442475E-3"/>
              <c:y val="-4.3172299382456883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8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1.5793629902605948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9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4.2116346406949196E-2"/>
              <c:y val="0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0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1.3129219676119002E-3"/>
              <c:y val="-1.0669507388003777E-2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1"/>
        <c:spPr>
          <a:solidFill>
            <a:schemeClr val="accent4"/>
          </a:solidFill>
          <a:ln>
            <a:noFill/>
          </a:ln>
          <a:effectLst/>
        </c:spPr>
        <c:dLbl>
          <c:idx val="0"/>
          <c:layout>
            <c:manualLayout>
              <c:x val="-2.1058173203474598E-2"/>
              <c:y val="-6.8222602517888384E-17"/>
            </c:manualLayout>
          </c:layout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Main_Charts!$B$3</c:f>
              <c:strCache>
                <c:ptCount val="1"/>
                <c:pt idx="0">
                  <c:v>Sum of Net Audience Growth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Main_Charts!$B$4:$B$9</c:f>
              <c:numCache>
                <c:formatCode>General</c:formatCode>
                <c:ptCount val="5"/>
                <c:pt idx="0">
                  <c:v>7</c:v>
                </c:pt>
                <c:pt idx="1">
                  <c:v>36</c:v>
                </c:pt>
                <c:pt idx="2">
                  <c:v>1</c:v>
                </c:pt>
                <c:pt idx="3">
                  <c:v>7</c:v>
                </c:pt>
                <c:pt idx="4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9C6-47C9-93CC-3CD161C353F3}"/>
            </c:ext>
          </c:extLst>
        </c:ser>
        <c:ser>
          <c:idx val="1"/>
          <c:order val="1"/>
          <c:tx>
            <c:strRef>
              <c:f>Main_Charts!$C$3</c:f>
              <c:strCache>
                <c:ptCount val="1"/>
                <c:pt idx="0">
                  <c:v>Sum of Published Posts (Total)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Main_Charts!$C$4:$C$9</c:f>
              <c:numCache>
                <c:formatCode>General</c:formatCode>
                <c:ptCount val="5"/>
                <c:pt idx="0">
                  <c:v>0</c:v>
                </c:pt>
                <c:pt idx="1">
                  <c:v>37</c:v>
                </c:pt>
                <c:pt idx="2">
                  <c:v>16</c:v>
                </c:pt>
                <c:pt idx="3">
                  <c:v>5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9C6-47C9-93CC-3CD161C353F3}"/>
            </c:ext>
          </c:extLst>
        </c:ser>
        <c:ser>
          <c:idx val="2"/>
          <c:order val="2"/>
          <c:tx>
            <c:strRef>
              <c:f>Main_Charts!$D$3</c:f>
              <c:strCache>
                <c:ptCount val="1"/>
                <c:pt idx="0">
                  <c:v>Sum of Engagements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2-C9C6-47C9-93CC-3CD161C353F3}"/>
              </c:ext>
            </c:extLst>
          </c:dPt>
          <c:dLbls>
            <c:dLbl>
              <c:idx val="0"/>
              <c:layout>
                <c:manualLayout>
                  <c:x val="-4.9615480029769439E-3"/>
                  <c:y val="-1.422600985067183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9C6-47C9-93CC-3CD161C353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Main_Charts!$D$4:$D$9</c:f>
              <c:numCache>
                <c:formatCode>General</c:formatCode>
                <c:ptCount val="5"/>
                <c:pt idx="0">
                  <c:v>1</c:v>
                </c:pt>
                <c:pt idx="1">
                  <c:v>217</c:v>
                </c:pt>
                <c:pt idx="2">
                  <c:v>208</c:v>
                </c:pt>
                <c:pt idx="3">
                  <c:v>6</c:v>
                </c:pt>
                <c:pt idx="4">
                  <c:v>152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C9C6-47C9-93CC-3CD161C353F3}"/>
            </c:ext>
          </c:extLst>
        </c:ser>
        <c:ser>
          <c:idx val="3"/>
          <c:order val="3"/>
          <c:tx>
            <c:strRef>
              <c:f>Main_Charts!$E$3</c:f>
              <c:strCache>
                <c:ptCount val="1"/>
                <c:pt idx="0">
                  <c:v>Average of Impressions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C9C6-47C9-93CC-3CD161C353F3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C9C6-47C9-93CC-3CD161C353F3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C9C6-47C9-93CC-3CD161C353F3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C9C6-47C9-93CC-3CD161C353F3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C9C6-47C9-93CC-3CD161C353F3}"/>
              </c:ext>
            </c:extLst>
          </c:dPt>
          <c:dLbls>
            <c:dLbl>
              <c:idx val="0"/>
              <c:layout>
                <c:manualLayout>
                  <c:x val="-4.1157408040442475E-3"/>
                  <c:y val="-4.3172299382456883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C9C6-47C9-93CC-3CD161C353F3}"/>
                </c:ext>
              </c:extLst>
            </c:dLbl>
            <c:dLbl>
              <c:idx val="1"/>
              <c:layout>
                <c:manualLayout>
                  <c:x val="-1.5793629902605948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C9C6-47C9-93CC-3CD161C353F3}"/>
                </c:ext>
              </c:extLst>
            </c:dLbl>
            <c:dLbl>
              <c:idx val="2"/>
              <c:layout>
                <c:manualLayout>
                  <c:x val="-4.2116346406949196E-2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C9C6-47C9-93CC-3CD161C353F3}"/>
                </c:ext>
              </c:extLst>
            </c:dLbl>
            <c:dLbl>
              <c:idx val="3"/>
              <c:layout>
                <c:manualLayout>
                  <c:x val="-1.3129219676119002E-3"/>
                  <c:y val="-1.0669507388003777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B-C9C6-47C9-93CC-3CD161C353F3}"/>
                </c:ext>
              </c:extLst>
            </c:dLbl>
            <c:dLbl>
              <c:idx val="4"/>
              <c:layout>
                <c:manualLayout>
                  <c:x val="-2.1058173203474598E-2"/>
                  <c:y val="-6.8222602517888384E-17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C9C6-47C9-93CC-3CD161C353F3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Main_Charts!$E$4:$E$9</c:f>
              <c:numCache>
                <c:formatCode>0.00</c:formatCode>
                <c:ptCount val="5"/>
                <c:pt idx="0">
                  <c:v>45.266666666666666</c:v>
                </c:pt>
                <c:pt idx="1">
                  <c:v>398.25806451612902</c:v>
                </c:pt>
                <c:pt idx="2">
                  <c:v>676.70967741935488</c:v>
                </c:pt>
                <c:pt idx="3">
                  <c:v>99.3</c:v>
                </c:pt>
                <c:pt idx="4">
                  <c:v>388.28571428571428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C9C6-47C9-93CC-3CD161C353F3}"/>
            </c:ext>
          </c:extLst>
        </c:ser>
        <c:ser>
          <c:idx val="4"/>
          <c:order val="4"/>
          <c:tx>
            <c:strRef>
              <c:f>Main_Charts!$F$3</c:f>
              <c:strCache>
                <c:ptCount val="1"/>
                <c:pt idx="0">
                  <c:v>Average of Audience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Main_Charts!$A$4:$A$9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Main_Charts!$F$4:$F$9</c:f>
              <c:numCache>
                <c:formatCode>0.00</c:formatCode>
                <c:ptCount val="5"/>
                <c:pt idx="0">
                  <c:v>1412.1</c:v>
                </c:pt>
                <c:pt idx="1">
                  <c:v>1425.7096774193549</c:v>
                </c:pt>
                <c:pt idx="2">
                  <c:v>1455.4516129032259</c:v>
                </c:pt>
                <c:pt idx="3">
                  <c:v>1457.5</c:v>
                </c:pt>
                <c:pt idx="4">
                  <c:v>1459.4285714285713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F-C9C6-47C9-93CC-3CD161C353F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5545840"/>
        <c:axId val="565546320"/>
      </c:barChart>
      <c:catAx>
        <c:axId val="5655458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5546320"/>
        <c:crosses val="autoZero"/>
        <c:auto val="1"/>
        <c:lblAlgn val="ctr"/>
        <c:lblOffset val="100"/>
        <c:noMultiLvlLbl val="0"/>
      </c:catAx>
      <c:valAx>
        <c:axId val="5655463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55458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[Instagram_Profile Performance.xlsx]Main_Charts!PivotTable6</c:name>
    <c:fmtId val="10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400" b="0" i="0" u="none" strike="noStrike" baseline="0"/>
              <a:t>Engagement vs Audience Growth (June–October)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Main_Charts!$B$14</c:f>
              <c:strCache>
                <c:ptCount val="1"/>
                <c:pt idx="0">
                  <c:v>Sum of Net Audience Growth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Main_Charts!$A$15:$A$20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Main_Charts!$B$15:$B$20</c:f>
              <c:numCache>
                <c:formatCode>General</c:formatCode>
                <c:ptCount val="5"/>
                <c:pt idx="0">
                  <c:v>7</c:v>
                </c:pt>
                <c:pt idx="1">
                  <c:v>36</c:v>
                </c:pt>
                <c:pt idx="2">
                  <c:v>1</c:v>
                </c:pt>
                <c:pt idx="3">
                  <c:v>7</c:v>
                </c:pt>
                <c:pt idx="4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A0-4E29-9FD8-5ED110576BE3}"/>
            </c:ext>
          </c:extLst>
        </c:ser>
        <c:ser>
          <c:idx val="1"/>
          <c:order val="1"/>
          <c:tx>
            <c:strRef>
              <c:f>Main_Charts!$C$14</c:f>
              <c:strCache>
                <c:ptCount val="1"/>
                <c:pt idx="0">
                  <c:v>Sum of Engagement Rate (per Impression)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Main_Charts!$A$15:$A$20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Main_Charts!$C$15:$C$20</c:f>
              <c:numCache>
                <c:formatCode>0.00</c:formatCode>
                <c:ptCount val="5"/>
                <c:pt idx="0">
                  <c:v>0.25</c:v>
                </c:pt>
                <c:pt idx="1">
                  <c:v>0.89810000000000001</c:v>
                </c:pt>
                <c:pt idx="2">
                  <c:v>0.32380000000000003</c:v>
                </c:pt>
                <c:pt idx="3">
                  <c:v>6.83E-2</c:v>
                </c:pt>
                <c:pt idx="4">
                  <c:v>0.35449999999999998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A0-4E29-9FD8-5ED110576BE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5931088"/>
        <c:axId val="595931568"/>
      </c:barChart>
      <c:catAx>
        <c:axId val="5959310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5931568"/>
        <c:crosses val="autoZero"/>
        <c:auto val="1"/>
        <c:lblAlgn val="ctr"/>
        <c:lblOffset val="100"/>
        <c:noMultiLvlLbl val="0"/>
      </c:catAx>
      <c:valAx>
        <c:axId val="5959315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593108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7"/>
    </mc:Choice>
    <mc:Fallback>
      <c:style val="7"/>
    </mc:Fallback>
  </mc:AlternateContent>
  <c:pivotSource>
    <c:name>[Instagram_Profile Performance.xlsx]Main_Charts!PivotTable7</c:name>
    <c:fmtId val="1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Audience Dynamics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5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Main_Charts!$B$30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Main_Charts!$A$31:$A$36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Main_Charts!$B$31:$B$36</c:f>
              <c:numCache>
                <c:formatCode>General</c:formatCode>
                <c:ptCount val="5"/>
                <c:pt idx="0">
                  <c:v>7</c:v>
                </c:pt>
                <c:pt idx="1">
                  <c:v>36</c:v>
                </c:pt>
                <c:pt idx="2">
                  <c:v>1</c:v>
                </c:pt>
                <c:pt idx="3">
                  <c:v>7</c:v>
                </c:pt>
                <c:pt idx="4">
                  <c:v>-1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B5-42E1-BB3A-7786447A62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64484272"/>
        <c:axId val="564482832"/>
      </c:barChart>
      <c:catAx>
        <c:axId val="5644842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4482832"/>
        <c:crosses val="autoZero"/>
        <c:auto val="1"/>
        <c:lblAlgn val="ctr"/>
        <c:lblOffset val="100"/>
        <c:noMultiLvlLbl val="0"/>
      </c:catAx>
      <c:valAx>
        <c:axId val="5644828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644842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[Fall2025-Instagram_ProfilePerformance_Dashboard.xlsx]Dashboard_Final!PivotTable5</c:name>
    <c:fmtId val="17"/>
  </c:pivotSource>
  <c:chart>
    <c:autoTitleDeleted val="0"/>
    <c:pivotFmts>
      <c:pivotFmt>
        <c:idx val="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lineChart>
        <c:grouping val="standard"/>
        <c:varyColors val="0"/>
        <c:ser>
          <c:idx val="0"/>
          <c:order val="0"/>
          <c:tx>
            <c:strRef>
              <c:f>Dashboard_Final!$B$30</c:f>
              <c:strCache>
                <c:ptCount val="1"/>
                <c:pt idx="0">
                  <c:v>Sum of Impressions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Dashboard_Final!$A$31:$A$36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Dashboard_Final!$B$31:$B$36</c:f>
              <c:numCache>
                <c:formatCode>General</c:formatCode>
                <c:ptCount val="5"/>
                <c:pt idx="0">
                  <c:v>1358</c:v>
                </c:pt>
                <c:pt idx="1">
                  <c:v>12346</c:v>
                </c:pt>
                <c:pt idx="2">
                  <c:v>20978</c:v>
                </c:pt>
                <c:pt idx="3">
                  <c:v>2979</c:v>
                </c:pt>
                <c:pt idx="4">
                  <c:v>10872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07D-4127-8D33-2B784D9F62BA}"/>
            </c:ext>
          </c:extLst>
        </c:ser>
        <c:ser>
          <c:idx val="1"/>
          <c:order val="1"/>
          <c:tx>
            <c:strRef>
              <c:f>Dashboard_Final!$C$30</c:f>
              <c:strCache>
                <c:ptCount val="1"/>
                <c:pt idx="0">
                  <c:v>Sum of Engagements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Dashboard_Final!$A$31:$A$36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Dashboard_Final!$C$31:$C$36</c:f>
              <c:numCache>
                <c:formatCode>General</c:formatCode>
                <c:ptCount val="5"/>
                <c:pt idx="0">
                  <c:v>1</c:v>
                </c:pt>
                <c:pt idx="1">
                  <c:v>217</c:v>
                </c:pt>
                <c:pt idx="2">
                  <c:v>208</c:v>
                </c:pt>
                <c:pt idx="3">
                  <c:v>6</c:v>
                </c:pt>
                <c:pt idx="4">
                  <c:v>152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7D-4127-8D33-2B784D9F62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135987440"/>
        <c:axId val="135987920"/>
      </c:lineChart>
      <c:catAx>
        <c:axId val="13598744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87920"/>
        <c:crosses val="autoZero"/>
        <c:auto val="1"/>
        <c:lblAlgn val="ctr"/>
        <c:lblOffset val="100"/>
        <c:noMultiLvlLbl val="0"/>
      </c:catAx>
      <c:valAx>
        <c:axId val="13598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3598744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[Instagram_Profile Performance.xlsx]Main_Charts!PivotTable9</c:name>
    <c:fmtId val="13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Posting Frequency</a:t>
            </a:r>
            <a:r>
              <a:rPr lang="en-US" baseline="0"/>
              <a:t> vs Engagement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Main_Charts!$B$70</c:f>
              <c:strCache>
                <c:ptCount val="1"/>
                <c:pt idx="0">
                  <c:v>Sum of Published Posts (Total)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Main_Charts!$A$71:$A$76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Main_Charts!$B$71:$B$76</c:f>
              <c:numCache>
                <c:formatCode>General</c:formatCode>
                <c:ptCount val="5"/>
                <c:pt idx="0">
                  <c:v>0</c:v>
                </c:pt>
                <c:pt idx="1">
                  <c:v>37</c:v>
                </c:pt>
                <c:pt idx="2">
                  <c:v>16</c:v>
                </c:pt>
                <c:pt idx="3">
                  <c:v>5</c:v>
                </c:pt>
                <c:pt idx="4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F6-45AA-96FB-DFAE39B7979C}"/>
            </c:ext>
          </c:extLst>
        </c:ser>
        <c:ser>
          <c:idx val="1"/>
          <c:order val="1"/>
          <c:tx>
            <c:strRef>
              <c:f>Main_Charts!$C$70</c:f>
              <c:strCache>
                <c:ptCount val="1"/>
                <c:pt idx="0">
                  <c:v>Sum of Engagement Rate (per Impression)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Main_Charts!$A$71:$A$76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Main_Charts!$C$71:$C$76</c:f>
              <c:numCache>
                <c:formatCode>0.00</c:formatCode>
                <c:ptCount val="5"/>
                <c:pt idx="0">
                  <c:v>0.25</c:v>
                </c:pt>
                <c:pt idx="1">
                  <c:v>0.89810000000000001</c:v>
                </c:pt>
                <c:pt idx="2">
                  <c:v>0.32380000000000003</c:v>
                </c:pt>
                <c:pt idx="3">
                  <c:v>6.83E-2</c:v>
                </c:pt>
                <c:pt idx="4">
                  <c:v>0.35449999999999998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F6-45AA-96FB-DFAE39B7979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592064816"/>
        <c:axId val="592065296"/>
      </c:barChart>
      <c:catAx>
        <c:axId val="59206481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065296"/>
        <c:crosses val="autoZero"/>
        <c:auto val="1"/>
        <c:lblAlgn val="ctr"/>
        <c:lblOffset val="100"/>
        <c:noMultiLvlLbl val="0"/>
      </c:catAx>
      <c:valAx>
        <c:axId val="592065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592064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[Instagram_Profile Performance.xlsx]Main_Charts!PivotTable10</c:name>
    <c:fmtId val="17"/>
  </c:pivotSource>
  <c:chart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lIns="38100" tIns="19050" rIns="38100" bIns="19050" anchor="ctr" anchorCtr="1">
              <a:spAutoFit/>
            </a:bodyPr>
            <a:lstStyle/>
            <a:p>
              <a:pPr>
                <a:defRPr sz="900" b="0" i="0" u="none" strike="noStrike" kern="1200" baseline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  <c:showLegendKey val="0"/>
          <c:showVal val="0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Main_Charts!$B$97</c:f>
              <c:strCache>
                <c:ptCount val="1"/>
                <c:pt idx="0">
                  <c:v>Sum of Reactions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Main_Charts!$A$98:$A$103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Main_Charts!$B$98:$B$103</c:f>
              <c:numCache>
                <c:formatCode>General</c:formatCode>
                <c:ptCount val="5"/>
                <c:pt idx="0">
                  <c:v>0</c:v>
                </c:pt>
                <c:pt idx="1">
                  <c:v>163</c:v>
                </c:pt>
                <c:pt idx="2">
                  <c:v>177</c:v>
                </c:pt>
                <c:pt idx="3">
                  <c:v>3</c:v>
                </c:pt>
                <c:pt idx="4">
                  <c:v>114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65-4F7A-92F6-80ECCD1C7A51}"/>
            </c:ext>
          </c:extLst>
        </c:ser>
        <c:ser>
          <c:idx val="1"/>
          <c:order val="1"/>
          <c:tx>
            <c:strRef>
              <c:f>Main_Charts!$C$97</c:f>
              <c:strCache>
                <c:ptCount val="1"/>
                <c:pt idx="0">
                  <c:v>Sum of Comments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Main_Charts!$A$98:$A$103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Main_Charts!$C$98:$C$103</c:f>
              <c:numCache>
                <c:formatCode>General</c:formatCode>
                <c:ptCount val="5"/>
                <c:pt idx="0">
                  <c:v>0</c:v>
                </c:pt>
                <c:pt idx="1">
                  <c:v>31</c:v>
                </c:pt>
                <c:pt idx="2">
                  <c:v>15</c:v>
                </c:pt>
                <c:pt idx="3">
                  <c:v>0</c:v>
                </c:pt>
                <c:pt idx="4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565-4F7A-92F6-80ECCD1C7A51}"/>
            </c:ext>
          </c:extLst>
        </c:ser>
        <c:ser>
          <c:idx val="2"/>
          <c:order val="2"/>
          <c:tx>
            <c:strRef>
              <c:f>Main_Charts!$D$97</c:f>
              <c:strCache>
                <c:ptCount val="1"/>
                <c:pt idx="0">
                  <c:v>Sum of Shares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Main_Charts!$A$98:$A$103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Main_Charts!$D$98:$D$103</c:f>
              <c:numCache>
                <c:formatCode>General</c:formatCode>
                <c:ptCount val="5"/>
                <c:pt idx="0">
                  <c:v>1</c:v>
                </c:pt>
                <c:pt idx="1">
                  <c:v>12</c:v>
                </c:pt>
                <c:pt idx="2">
                  <c:v>6</c:v>
                </c:pt>
                <c:pt idx="3">
                  <c:v>1</c:v>
                </c:pt>
                <c:pt idx="4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565-4F7A-92F6-80ECCD1C7A51}"/>
            </c:ext>
          </c:extLst>
        </c:ser>
        <c:ser>
          <c:idx val="3"/>
          <c:order val="3"/>
          <c:tx>
            <c:strRef>
              <c:f>Main_Charts!$E$97</c:f>
              <c:strCache>
                <c:ptCount val="1"/>
                <c:pt idx="0">
                  <c:v>Sum of Post Link Clicks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Main_Charts!$A$98:$A$103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Main_Charts!$E$98:$E$103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3-8565-4F7A-92F6-80ECCD1C7A51}"/>
            </c:ext>
          </c:extLst>
        </c:ser>
        <c:ser>
          <c:idx val="4"/>
          <c:order val="4"/>
          <c:tx>
            <c:strRef>
              <c:f>Main_Charts!$F$97</c:f>
              <c:strCache>
                <c:ptCount val="1"/>
                <c:pt idx="0">
                  <c:v>Sum of Other Post Clicks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strRef>
              <c:f>Main_Charts!$A$98:$A$103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Main_Charts!$F$98:$F$103</c:f>
              <c:numCache>
                <c:formatCode>General</c:formatCode>
                <c:ptCount val="5"/>
              </c:numCache>
            </c:numRef>
          </c:val>
          <c:extLst>
            <c:ext xmlns:c16="http://schemas.microsoft.com/office/drawing/2014/chart" uri="{C3380CC4-5D6E-409C-BE32-E72D297353CC}">
              <c16:uniqueId val="{00000004-8565-4F7A-92F6-80ECCD1C7A51}"/>
            </c:ext>
          </c:extLst>
        </c:ser>
        <c:ser>
          <c:idx val="5"/>
          <c:order val="5"/>
          <c:tx>
            <c:strRef>
              <c:f>Main_Charts!$G$97</c:f>
              <c:strCache>
                <c:ptCount val="1"/>
                <c:pt idx="0">
                  <c:v>Sum of Saves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Main_Charts!$A$98:$A$103</c:f>
              <c:strCache>
                <c:ptCount val="5"/>
                <c:pt idx="0">
                  <c:v>Jun</c:v>
                </c:pt>
                <c:pt idx="1">
                  <c:v>July</c:v>
                </c:pt>
                <c:pt idx="2">
                  <c:v>Aug</c:v>
                </c:pt>
                <c:pt idx="3">
                  <c:v>Sep</c:v>
                </c:pt>
                <c:pt idx="4">
                  <c:v>Oct</c:v>
                </c:pt>
              </c:strCache>
            </c:strRef>
          </c:cat>
          <c:val>
            <c:numRef>
              <c:f>Main_Charts!$G$98:$G$103</c:f>
              <c:numCache>
                <c:formatCode>General</c:formatCode>
                <c:ptCount val="5"/>
                <c:pt idx="0">
                  <c:v>0</c:v>
                </c:pt>
                <c:pt idx="1">
                  <c:v>3</c:v>
                </c:pt>
                <c:pt idx="2">
                  <c:v>7</c:v>
                </c:pt>
                <c:pt idx="3">
                  <c:v>0</c:v>
                </c:pt>
                <c:pt idx="4">
                  <c:v>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8565-4F7A-92F6-80ECCD1C7A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778891695"/>
        <c:axId val="778895055"/>
      </c:barChart>
      <c:catAx>
        <c:axId val="77889169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895055"/>
        <c:crosses val="autoZero"/>
        <c:auto val="1"/>
        <c:lblAlgn val="ctr"/>
        <c:lblOffset val="100"/>
        <c:noMultiLvlLbl val="0"/>
      </c:catAx>
      <c:valAx>
        <c:axId val="778895055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788916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withinLinear" id="18">
  <a:schemeClr val="accent5"/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5D97FA2-8E1B-40F9-943B-DF59523EEF90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B3B7C8C-B7D1-48B5-AAFC-176026FC65AF}">
      <dgm:prSet/>
      <dgm:spPr/>
      <dgm:t>
        <a:bodyPr/>
        <a:lstStyle/>
        <a:p>
          <a:r>
            <a:rPr lang="en-US" b="1"/>
            <a:t>Audience Growth:</a:t>
          </a:r>
          <a:endParaRPr lang="en-US"/>
        </a:p>
      </dgm:t>
    </dgm:pt>
    <dgm:pt modelId="{255172C2-C9B5-423C-86D6-DCDBE6EFD9A7}" type="parTrans" cxnId="{E4B9A641-0EF9-4672-9242-AEBDC56AB110}">
      <dgm:prSet/>
      <dgm:spPr/>
      <dgm:t>
        <a:bodyPr/>
        <a:lstStyle/>
        <a:p>
          <a:endParaRPr lang="en-US"/>
        </a:p>
      </dgm:t>
    </dgm:pt>
    <dgm:pt modelId="{36C33F23-1B81-49B3-AE3B-7830E985BD46}" type="sibTrans" cxnId="{E4B9A641-0EF9-4672-9242-AEBDC56AB110}">
      <dgm:prSet/>
      <dgm:spPr/>
      <dgm:t>
        <a:bodyPr/>
        <a:lstStyle/>
        <a:p>
          <a:endParaRPr lang="en-US"/>
        </a:p>
      </dgm:t>
    </dgm:pt>
    <dgm:pt modelId="{A9E0D585-E59D-4773-B2D9-3D80A7B92402}">
      <dgm:prSet/>
      <dgm:spPr/>
      <dgm:t>
        <a:bodyPr/>
        <a:lstStyle/>
        <a:p>
          <a:r>
            <a:rPr lang="en-US"/>
            <a:t>The page’s audience grew steadily from June to October</a:t>
          </a:r>
        </a:p>
      </dgm:t>
    </dgm:pt>
    <dgm:pt modelId="{591E10A2-E74B-4583-9B33-6DB23D6EF3F1}" type="parTrans" cxnId="{02021345-804D-4323-96FE-3573FC522AEF}">
      <dgm:prSet/>
      <dgm:spPr/>
      <dgm:t>
        <a:bodyPr/>
        <a:lstStyle/>
        <a:p>
          <a:endParaRPr lang="en-US"/>
        </a:p>
      </dgm:t>
    </dgm:pt>
    <dgm:pt modelId="{92E8BA3C-3E2A-4ADD-9AA5-DC53C8DC6483}" type="sibTrans" cxnId="{02021345-804D-4323-96FE-3573FC522AEF}">
      <dgm:prSet/>
      <dgm:spPr/>
      <dgm:t>
        <a:bodyPr/>
        <a:lstStyle/>
        <a:p>
          <a:endParaRPr lang="en-US"/>
        </a:p>
      </dgm:t>
    </dgm:pt>
    <dgm:pt modelId="{583811BF-3F80-4B8B-9AC5-D1E01DC4C868}">
      <dgm:prSet/>
      <dgm:spPr/>
      <dgm:t>
        <a:bodyPr/>
        <a:lstStyle/>
        <a:p>
          <a:r>
            <a:rPr lang="en-US"/>
            <a:t>This shows that more people are discovering and following our page each month</a:t>
          </a:r>
        </a:p>
      </dgm:t>
    </dgm:pt>
    <dgm:pt modelId="{99B28D5D-038C-46F1-A054-6699F4E0FE5F}" type="parTrans" cxnId="{0AA1DF0A-3DAA-461F-A60F-2C7F2DFE2252}">
      <dgm:prSet/>
      <dgm:spPr/>
      <dgm:t>
        <a:bodyPr/>
        <a:lstStyle/>
        <a:p>
          <a:endParaRPr lang="en-US"/>
        </a:p>
      </dgm:t>
    </dgm:pt>
    <dgm:pt modelId="{F577B469-5076-429D-A94D-CC3160414620}" type="sibTrans" cxnId="{0AA1DF0A-3DAA-461F-A60F-2C7F2DFE2252}">
      <dgm:prSet/>
      <dgm:spPr/>
      <dgm:t>
        <a:bodyPr/>
        <a:lstStyle/>
        <a:p>
          <a:endParaRPr lang="en-US"/>
        </a:p>
      </dgm:t>
    </dgm:pt>
    <dgm:pt modelId="{68C0C137-8CAE-4609-945D-AF0E478888BB}">
      <dgm:prSet/>
      <dgm:spPr/>
      <dgm:t>
        <a:bodyPr/>
        <a:lstStyle/>
        <a:p>
          <a:r>
            <a:rPr lang="en-US"/>
            <a:t>Growth was especially noticeable in August and September, even when engagement was lower</a:t>
          </a:r>
        </a:p>
      </dgm:t>
    </dgm:pt>
    <dgm:pt modelId="{CDD239DB-2B09-4561-8169-5D851427B482}" type="parTrans" cxnId="{DA3EDA22-AF6C-4EBE-96D5-8019079A801D}">
      <dgm:prSet/>
      <dgm:spPr/>
      <dgm:t>
        <a:bodyPr/>
        <a:lstStyle/>
        <a:p>
          <a:endParaRPr lang="en-US"/>
        </a:p>
      </dgm:t>
    </dgm:pt>
    <dgm:pt modelId="{2BD185A5-C941-4029-AB6E-D19C55DBA538}" type="sibTrans" cxnId="{DA3EDA22-AF6C-4EBE-96D5-8019079A801D}">
      <dgm:prSet/>
      <dgm:spPr/>
      <dgm:t>
        <a:bodyPr/>
        <a:lstStyle/>
        <a:p>
          <a:endParaRPr lang="en-US"/>
        </a:p>
      </dgm:t>
    </dgm:pt>
    <dgm:pt modelId="{8A5FD3E5-04B3-44A6-8221-D571CB693DE0}">
      <dgm:prSet/>
      <dgm:spPr/>
      <dgm:t>
        <a:bodyPr/>
        <a:lstStyle/>
        <a:p>
          <a:r>
            <a:rPr lang="en-US" b="1"/>
            <a:t>Impressions (Reach):</a:t>
          </a:r>
          <a:endParaRPr lang="en-US"/>
        </a:p>
      </dgm:t>
    </dgm:pt>
    <dgm:pt modelId="{F0CD2360-DA4C-47FE-A1E6-2BF0F1787578}" type="parTrans" cxnId="{9C990BC7-BEA9-4A8A-A530-F9185F5B2083}">
      <dgm:prSet/>
      <dgm:spPr/>
      <dgm:t>
        <a:bodyPr/>
        <a:lstStyle/>
        <a:p>
          <a:endParaRPr lang="en-US"/>
        </a:p>
      </dgm:t>
    </dgm:pt>
    <dgm:pt modelId="{5B1C2833-8811-4439-9919-F527BCDA2E1C}" type="sibTrans" cxnId="{9C990BC7-BEA9-4A8A-A530-F9185F5B2083}">
      <dgm:prSet/>
      <dgm:spPr/>
      <dgm:t>
        <a:bodyPr/>
        <a:lstStyle/>
        <a:p>
          <a:endParaRPr lang="en-US"/>
        </a:p>
      </dgm:t>
    </dgm:pt>
    <dgm:pt modelId="{67C8DAF2-3DF3-42B7-B9ED-14A464E4A58C}">
      <dgm:prSet/>
      <dgm:spPr/>
      <dgm:t>
        <a:bodyPr/>
        <a:lstStyle/>
        <a:p>
          <a:r>
            <a:rPr lang="en-US" dirty="0"/>
            <a:t>Impressions were highest in July and October, meaning our content reached the most people during these months</a:t>
          </a:r>
        </a:p>
      </dgm:t>
    </dgm:pt>
    <dgm:pt modelId="{AE40807D-F473-45A5-BF87-03EB6450222A}" type="parTrans" cxnId="{D5801CF5-8602-4C0A-9B63-E9BC510A9010}">
      <dgm:prSet/>
      <dgm:spPr/>
      <dgm:t>
        <a:bodyPr/>
        <a:lstStyle/>
        <a:p>
          <a:endParaRPr lang="en-US"/>
        </a:p>
      </dgm:t>
    </dgm:pt>
    <dgm:pt modelId="{A92FFC52-991D-42DE-9B81-AF120C13E8A1}" type="sibTrans" cxnId="{D5801CF5-8602-4C0A-9B63-E9BC510A9010}">
      <dgm:prSet/>
      <dgm:spPr/>
      <dgm:t>
        <a:bodyPr/>
        <a:lstStyle/>
        <a:p>
          <a:endParaRPr lang="en-US"/>
        </a:p>
      </dgm:t>
    </dgm:pt>
    <dgm:pt modelId="{B6FD2911-35E3-4895-B96D-C40AB8790ECC}">
      <dgm:prSet/>
      <dgm:spPr/>
      <dgm:t>
        <a:bodyPr/>
        <a:lstStyle/>
        <a:p>
          <a:r>
            <a:rPr lang="en-US"/>
            <a:t>Regular posting and engaging topics helped keep visibility strong across all months</a:t>
          </a:r>
        </a:p>
      </dgm:t>
    </dgm:pt>
    <dgm:pt modelId="{667242F8-75E8-42F6-AEBE-0880C5376139}" type="parTrans" cxnId="{203233EF-5D61-42F2-A09C-8A13BDA50E14}">
      <dgm:prSet/>
      <dgm:spPr/>
      <dgm:t>
        <a:bodyPr/>
        <a:lstStyle/>
        <a:p>
          <a:endParaRPr lang="en-US"/>
        </a:p>
      </dgm:t>
    </dgm:pt>
    <dgm:pt modelId="{497A5E92-71D8-403B-A4B3-0942E4B78C74}" type="sibTrans" cxnId="{203233EF-5D61-42F2-A09C-8A13BDA50E14}">
      <dgm:prSet/>
      <dgm:spPr/>
      <dgm:t>
        <a:bodyPr/>
        <a:lstStyle/>
        <a:p>
          <a:endParaRPr lang="en-US"/>
        </a:p>
      </dgm:t>
    </dgm:pt>
    <dgm:pt modelId="{BD769B08-EBFD-4DF3-A540-465E4CA0FFBE}">
      <dgm:prSet/>
      <dgm:spPr/>
      <dgm:t>
        <a:bodyPr/>
        <a:lstStyle/>
        <a:p>
          <a:r>
            <a:rPr lang="en-US" dirty="0"/>
            <a:t>Lower impressions in September may indicate less frequent posting or content that didn’t connect as strongly</a:t>
          </a:r>
        </a:p>
      </dgm:t>
    </dgm:pt>
    <dgm:pt modelId="{1EF9680E-6D90-4D46-A2F5-69E1AC0F81EC}" type="parTrans" cxnId="{BD10E284-0615-4EA6-9867-28B6BFD9F826}">
      <dgm:prSet/>
      <dgm:spPr/>
      <dgm:t>
        <a:bodyPr/>
        <a:lstStyle/>
        <a:p>
          <a:endParaRPr lang="en-US"/>
        </a:p>
      </dgm:t>
    </dgm:pt>
    <dgm:pt modelId="{4CCF94B6-F2E6-4E52-B657-F4CDD632DF81}" type="sibTrans" cxnId="{BD10E284-0615-4EA6-9867-28B6BFD9F826}">
      <dgm:prSet/>
      <dgm:spPr/>
      <dgm:t>
        <a:bodyPr/>
        <a:lstStyle/>
        <a:p>
          <a:endParaRPr lang="en-US"/>
        </a:p>
      </dgm:t>
    </dgm:pt>
    <dgm:pt modelId="{02FB9E61-23D7-4406-8574-673642C420AB}">
      <dgm:prSet/>
      <dgm:spPr/>
      <dgm:t>
        <a:bodyPr/>
        <a:lstStyle/>
        <a:p>
          <a:r>
            <a:rPr lang="en-US" b="1"/>
            <a:t>Engagements (Reactions, Comments, Shares):</a:t>
          </a:r>
          <a:endParaRPr lang="en-US"/>
        </a:p>
      </dgm:t>
    </dgm:pt>
    <dgm:pt modelId="{83B67F1E-027C-42E6-98F6-AF766EE7AB15}" type="parTrans" cxnId="{5C04452F-4A21-4B0B-AF07-ED208175D739}">
      <dgm:prSet/>
      <dgm:spPr/>
      <dgm:t>
        <a:bodyPr/>
        <a:lstStyle/>
        <a:p>
          <a:endParaRPr lang="en-US"/>
        </a:p>
      </dgm:t>
    </dgm:pt>
    <dgm:pt modelId="{2C159670-FCD2-4618-9214-31F81C3D7B56}" type="sibTrans" cxnId="{5C04452F-4A21-4B0B-AF07-ED208175D739}">
      <dgm:prSet/>
      <dgm:spPr/>
      <dgm:t>
        <a:bodyPr/>
        <a:lstStyle/>
        <a:p>
          <a:endParaRPr lang="en-US"/>
        </a:p>
      </dgm:t>
    </dgm:pt>
    <dgm:pt modelId="{416E3A0F-FC61-4528-A2DC-CE6359AC3E4C}">
      <dgm:prSet/>
      <dgm:spPr/>
      <dgm:t>
        <a:bodyPr/>
        <a:lstStyle/>
        <a:p>
          <a:r>
            <a:rPr lang="en-US" dirty="0"/>
            <a:t>Engagements were highest in July (217) and August (208)</a:t>
          </a:r>
        </a:p>
      </dgm:t>
    </dgm:pt>
    <dgm:pt modelId="{0240638A-278E-4C92-AF5C-653140DDD52A}" type="parTrans" cxnId="{C81521DF-8493-4140-8411-DB9C2807CB0C}">
      <dgm:prSet/>
      <dgm:spPr/>
      <dgm:t>
        <a:bodyPr/>
        <a:lstStyle/>
        <a:p>
          <a:endParaRPr lang="en-US"/>
        </a:p>
      </dgm:t>
    </dgm:pt>
    <dgm:pt modelId="{E7B0C192-7F31-48F8-A204-12396A7CE218}" type="sibTrans" cxnId="{C81521DF-8493-4140-8411-DB9C2807CB0C}">
      <dgm:prSet/>
      <dgm:spPr/>
      <dgm:t>
        <a:bodyPr/>
        <a:lstStyle/>
        <a:p>
          <a:endParaRPr lang="en-US"/>
        </a:p>
      </dgm:t>
    </dgm:pt>
    <dgm:pt modelId="{7A048F7B-E5B3-4CA2-B8F8-FC406769EBD5}">
      <dgm:prSet/>
      <dgm:spPr/>
      <dgm:t>
        <a:bodyPr/>
        <a:lstStyle/>
        <a:p>
          <a:r>
            <a:rPr lang="en-US"/>
            <a:t>These results show that interactive and visual posts perform best</a:t>
          </a:r>
        </a:p>
      </dgm:t>
    </dgm:pt>
    <dgm:pt modelId="{FC6C7111-C11C-4BEB-B1D1-ADA8EAEC39D2}" type="parTrans" cxnId="{6D76242C-6039-49D6-BBA2-DDD9C7A42736}">
      <dgm:prSet/>
      <dgm:spPr/>
      <dgm:t>
        <a:bodyPr/>
        <a:lstStyle/>
        <a:p>
          <a:endParaRPr lang="en-US"/>
        </a:p>
      </dgm:t>
    </dgm:pt>
    <dgm:pt modelId="{2A8F7B70-592D-4DF2-8D66-03DA273D50CA}" type="sibTrans" cxnId="{6D76242C-6039-49D6-BBA2-DDD9C7A42736}">
      <dgm:prSet/>
      <dgm:spPr/>
      <dgm:t>
        <a:bodyPr/>
        <a:lstStyle/>
        <a:p>
          <a:endParaRPr lang="en-US"/>
        </a:p>
      </dgm:t>
    </dgm:pt>
    <dgm:pt modelId="{0B0E420C-3559-46F4-927A-7441D2E77500}">
      <dgm:prSet/>
      <dgm:spPr/>
      <dgm:t>
        <a:bodyPr/>
        <a:lstStyle/>
        <a:p>
          <a:r>
            <a:rPr lang="en-US" dirty="0"/>
            <a:t>Engagement dipped in August and September , suggesting a need to review content type or posting times</a:t>
          </a:r>
        </a:p>
      </dgm:t>
    </dgm:pt>
    <dgm:pt modelId="{DB55E6AA-6ACC-4E17-8BF0-677987ADA497}" type="parTrans" cxnId="{942789DF-9489-4408-B470-D7453FE30E43}">
      <dgm:prSet/>
      <dgm:spPr/>
      <dgm:t>
        <a:bodyPr/>
        <a:lstStyle/>
        <a:p>
          <a:endParaRPr lang="en-US"/>
        </a:p>
      </dgm:t>
    </dgm:pt>
    <dgm:pt modelId="{8D44B467-6FE0-4615-A943-82D3501073F0}" type="sibTrans" cxnId="{942789DF-9489-4408-B470-D7453FE30E43}">
      <dgm:prSet/>
      <dgm:spPr/>
      <dgm:t>
        <a:bodyPr/>
        <a:lstStyle/>
        <a:p>
          <a:endParaRPr lang="en-US"/>
        </a:p>
      </dgm:t>
    </dgm:pt>
    <dgm:pt modelId="{0B4581B5-22C2-430F-AB11-42782E310F4D}">
      <dgm:prSet/>
      <dgm:spPr/>
      <dgm:t>
        <a:bodyPr/>
        <a:lstStyle/>
        <a:p>
          <a:r>
            <a:rPr lang="en-US" b="1" dirty="0"/>
            <a:t>Published Posts:</a:t>
          </a:r>
        </a:p>
      </dgm:t>
    </dgm:pt>
    <dgm:pt modelId="{5F69CB5E-0735-4AB1-A3CD-DBE96D771A2A}" type="parTrans" cxnId="{67C656F2-F16D-4DD1-80B3-17FBC0214BD7}">
      <dgm:prSet/>
      <dgm:spPr/>
      <dgm:t>
        <a:bodyPr/>
        <a:lstStyle/>
        <a:p>
          <a:endParaRPr lang="en-US"/>
        </a:p>
      </dgm:t>
    </dgm:pt>
    <dgm:pt modelId="{160EFD19-9AF6-4D77-A79E-6CBDCC597589}" type="sibTrans" cxnId="{67C656F2-F16D-4DD1-80B3-17FBC0214BD7}">
      <dgm:prSet/>
      <dgm:spPr/>
      <dgm:t>
        <a:bodyPr/>
        <a:lstStyle/>
        <a:p>
          <a:endParaRPr lang="en-US"/>
        </a:p>
      </dgm:t>
    </dgm:pt>
    <dgm:pt modelId="{01051BEC-775D-466E-8519-47C0AA814EEB}">
      <dgm:prSet/>
      <dgm:spPr/>
      <dgm:t>
        <a:bodyPr/>
        <a:lstStyle/>
        <a:p>
          <a:r>
            <a:rPr lang="en-US"/>
            <a:t>The most posts were published in July, which aligns with the highest engagement and impressions</a:t>
          </a:r>
        </a:p>
      </dgm:t>
    </dgm:pt>
    <dgm:pt modelId="{336E377B-2776-48CA-AAE9-3ADF46B418E0}" type="parTrans" cxnId="{4B8E6FAF-09F3-481C-9700-C9D94848CFA9}">
      <dgm:prSet/>
      <dgm:spPr/>
      <dgm:t>
        <a:bodyPr/>
        <a:lstStyle/>
        <a:p>
          <a:endParaRPr lang="en-US"/>
        </a:p>
      </dgm:t>
    </dgm:pt>
    <dgm:pt modelId="{F7CE2177-7F58-4CF6-83C3-40E14EC3FDB2}" type="sibTrans" cxnId="{4B8E6FAF-09F3-481C-9700-C9D94848CFA9}">
      <dgm:prSet/>
      <dgm:spPr/>
      <dgm:t>
        <a:bodyPr/>
        <a:lstStyle/>
        <a:p>
          <a:endParaRPr lang="en-US"/>
        </a:p>
      </dgm:t>
    </dgm:pt>
    <dgm:pt modelId="{7EAA0528-B04F-4B94-802C-2573CC7D50E1}">
      <dgm:prSet/>
      <dgm:spPr/>
      <dgm:t>
        <a:bodyPr/>
        <a:lstStyle/>
        <a:p>
          <a:r>
            <a:rPr lang="en-US"/>
            <a:t>This indicates that consistent posting frequency helps maintain audience interest and visibility</a:t>
          </a:r>
        </a:p>
      </dgm:t>
    </dgm:pt>
    <dgm:pt modelId="{430310BB-B45B-43DC-B044-D998027474A9}" type="parTrans" cxnId="{088B2DBE-9868-479F-9460-AF6568A20EDE}">
      <dgm:prSet/>
      <dgm:spPr/>
      <dgm:t>
        <a:bodyPr/>
        <a:lstStyle/>
        <a:p>
          <a:endParaRPr lang="en-US"/>
        </a:p>
      </dgm:t>
    </dgm:pt>
    <dgm:pt modelId="{76FD8A6C-CA54-44F0-A591-310B04D1F440}" type="sibTrans" cxnId="{088B2DBE-9868-479F-9460-AF6568A20EDE}">
      <dgm:prSet/>
      <dgm:spPr/>
      <dgm:t>
        <a:bodyPr/>
        <a:lstStyle/>
        <a:p>
          <a:endParaRPr lang="en-US"/>
        </a:p>
      </dgm:t>
    </dgm:pt>
    <dgm:pt modelId="{923C42F8-E1AC-4D89-836E-FB5D638F1E85}">
      <dgm:prSet/>
      <dgm:spPr/>
      <dgm:t>
        <a:bodyPr/>
        <a:lstStyle/>
        <a:p>
          <a:r>
            <a:rPr lang="en-US" b="1" dirty="0"/>
            <a:t>Net Audience Growth:</a:t>
          </a:r>
        </a:p>
      </dgm:t>
    </dgm:pt>
    <dgm:pt modelId="{43BED490-98AA-44E1-8D8C-A2C5914B56CA}" type="parTrans" cxnId="{07D7A3D4-0046-4FD9-9F8B-D8A3050AF18E}">
      <dgm:prSet/>
      <dgm:spPr/>
      <dgm:t>
        <a:bodyPr/>
        <a:lstStyle/>
        <a:p>
          <a:endParaRPr lang="en-US"/>
        </a:p>
      </dgm:t>
    </dgm:pt>
    <dgm:pt modelId="{39B8C439-B3CE-4603-84E4-4942A152F18D}" type="sibTrans" cxnId="{07D7A3D4-0046-4FD9-9F8B-D8A3050AF18E}">
      <dgm:prSet/>
      <dgm:spPr/>
      <dgm:t>
        <a:bodyPr/>
        <a:lstStyle/>
        <a:p>
          <a:endParaRPr lang="en-US"/>
        </a:p>
      </dgm:t>
    </dgm:pt>
    <dgm:pt modelId="{2951C2DF-CF65-48FE-B3FE-05C7155D6D19}">
      <dgm:prSet/>
      <dgm:spPr/>
      <dgm:t>
        <a:bodyPr/>
        <a:lstStyle/>
        <a:p>
          <a:r>
            <a:rPr lang="en-US"/>
            <a:t>The page gained new followers every month except June</a:t>
          </a:r>
        </a:p>
      </dgm:t>
    </dgm:pt>
    <dgm:pt modelId="{C8587921-CD8A-45F8-8464-81876164CBC3}" type="parTrans" cxnId="{F660AA91-0C6F-4A22-AFBC-04FBC0F56DD2}">
      <dgm:prSet/>
      <dgm:spPr/>
      <dgm:t>
        <a:bodyPr/>
        <a:lstStyle/>
        <a:p>
          <a:endParaRPr lang="en-US"/>
        </a:p>
      </dgm:t>
    </dgm:pt>
    <dgm:pt modelId="{F3704FD2-6B93-40F4-B998-8353F0B33AB8}" type="sibTrans" cxnId="{F660AA91-0C6F-4A22-AFBC-04FBC0F56DD2}">
      <dgm:prSet/>
      <dgm:spPr/>
      <dgm:t>
        <a:bodyPr/>
        <a:lstStyle/>
        <a:p>
          <a:endParaRPr lang="en-US"/>
        </a:p>
      </dgm:t>
    </dgm:pt>
    <dgm:pt modelId="{22F9E31D-8607-419C-A498-CCFECE940F3D}">
      <dgm:prSet/>
      <dgm:spPr/>
      <dgm:t>
        <a:bodyPr/>
        <a:lstStyle/>
        <a:p>
          <a:r>
            <a:rPr lang="en-US"/>
            <a:t>August and September saw the strongest follower growth, proving that ongoing content keeps attracting new audiences</a:t>
          </a:r>
        </a:p>
      </dgm:t>
    </dgm:pt>
    <dgm:pt modelId="{65789FCC-23AE-45E8-879E-F0F8B0CE7F45}" type="parTrans" cxnId="{C568E15D-5FC8-40FE-B85B-A5366D524A06}">
      <dgm:prSet/>
      <dgm:spPr/>
      <dgm:t>
        <a:bodyPr/>
        <a:lstStyle/>
        <a:p>
          <a:endParaRPr lang="en-US"/>
        </a:p>
      </dgm:t>
    </dgm:pt>
    <dgm:pt modelId="{5B5187D7-7652-47A6-B524-0E1E89811E02}" type="sibTrans" cxnId="{C568E15D-5FC8-40FE-B85B-A5366D524A06}">
      <dgm:prSet/>
      <dgm:spPr/>
      <dgm:t>
        <a:bodyPr/>
        <a:lstStyle/>
        <a:p>
          <a:endParaRPr lang="en-US"/>
        </a:p>
      </dgm:t>
    </dgm:pt>
    <dgm:pt modelId="{9197CBFC-C916-4526-8B95-C7EAE0053B24}">
      <dgm:prSet/>
      <dgm:spPr/>
      <dgm:t>
        <a:bodyPr/>
        <a:lstStyle/>
        <a:p>
          <a:r>
            <a:rPr lang="en-US" dirty="0"/>
            <a:t>Audience retention remains healthy, few unfollows were noted</a:t>
          </a:r>
        </a:p>
      </dgm:t>
    </dgm:pt>
    <dgm:pt modelId="{9DD4540F-4C0A-4A59-AB5A-FADF53B10BA5}" type="parTrans" cxnId="{1B13B7F8-D544-4056-91A0-A9331061B6B4}">
      <dgm:prSet/>
      <dgm:spPr/>
      <dgm:t>
        <a:bodyPr/>
        <a:lstStyle/>
        <a:p>
          <a:endParaRPr lang="en-US"/>
        </a:p>
      </dgm:t>
    </dgm:pt>
    <dgm:pt modelId="{DC37AB5A-F78E-4C12-B9A3-0F6054A7C708}" type="sibTrans" cxnId="{1B13B7F8-D544-4056-91A0-A9331061B6B4}">
      <dgm:prSet/>
      <dgm:spPr/>
      <dgm:t>
        <a:bodyPr/>
        <a:lstStyle/>
        <a:p>
          <a:endParaRPr lang="en-US"/>
        </a:p>
      </dgm:t>
    </dgm:pt>
    <dgm:pt modelId="{B01241D4-CA1C-47CE-A169-507AC26811B7}" type="pres">
      <dgm:prSet presAssocID="{95D97FA2-8E1B-40F9-943B-DF59523EEF90}" presName="vert0" presStyleCnt="0">
        <dgm:presLayoutVars>
          <dgm:dir/>
          <dgm:animOne val="branch"/>
          <dgm:animLvl val="lvl"/>
        </dgm:presLayoutVars>
      </dgm:prSet>
      <dgm:spPr/>
    </dgm:pt>
    <dgm:pt modelId="{A13A5438-8CA2-49C5-AC27-734A89F8AF37}" type="pres">
      <dgm:prSet presAssocID="{0B3B7C8C-B7D1-48B5-AAFC-176026FC65AF}" presName="thickLine" presStyleLbl="alignNode1" presStyleIdx="0" presStyleCnt="5"/>
      <dgm:spPr/>
    </dgm:pt>
    <dgm:pt modelId="{DFE9A8F7-36DF-475F-9452-E3321658FB16}" type="pres">
      <dgm:prSet presAssocID="{0B3B7C8C-B7D1-48B5-AAFC-176026FC65AF}" presName="horz1" presStyleCnt="0"/>
      <dgm:spPr/>
    </dgm:pt>
    <dgm:pt modelId="{1ADC5733-6213-4ACD-8A69-52A0B163AB63}" type="pres">
      <dgm:prSet presAssocID="{0B3B7C8C-B7D1-48B5-AAFC-176026FC65AF}" presName="tx1" presStyleLbl="revTx" presStyleIdx="0" presStyleCnt="19"/>
      <dgm:spPr/>
    </dgm:pt>
    <dgm:pt modelId="{77F6C2A2-D6E9-4B1F-A5D2-29397148B1DD}" type="pres">
      <dgm:prSet presAssocID="{0B3B7C8C-B7D1-48B5-AAFC-176026FC65AF}" presName="vert1" presStyleCnt="0"/>
      <dgm:spPr/>
    </dgm:pt>
    <dgm:pt modelId="{AE6BB2C9-E773-4E42-903C-87368E3F6D91}" type="pres">
      <dgm:prSet presAssocID="{A9E0D585-E59D-4773-B2D9-3D80A7B92402}" presName="vertSpace2a" presStyleCnt="0"/>
      <dgm:spPr/>
    </dgm:pt>
    <dgm:pt modelId="{521D88E5-A19E-44D8-9CD0-A3EA6DCF2245}" type="pres">
      <dgm:prSet presAssocID="{A9E0D585-E59D-4773-B2D9-3D80A7B92402}" presName="horz2" presStyleCnt="0"/>
      <dgm:spPr/>
    </dgm:pt>
    <dgm:pt modelId="{D8978C43-9B8A-4047-BD5B-2B5640F1B289}" type="pres">
      <dgm:prSet presAssocID="{A9E0D585-E59D-4773-B2D9-3D80A7B92402}" presName="horzSpace2" presStyleCnt="0"/>
      <dgm:spPr/>
    </dgm:pt>
    <dgm:pt modelId="{B9E4E407-CA2E-455E-A026-0A63CF58B551}" type="pres">
      <dgm:prSet presAssocID="{A9E0D585-E59D-4773-B2D9-3D80A7B92402}" presName="tx2" presStyleLbl="revTx" presStyleIdx="1" presStyleCnt="19"/>
      <dgm:spPr/>
    </dgm:pt>
    <dgm:pt modelId="{98E04FAF-548D-423B-9B96-DDDD7531DE6A}" type="pres">
      <dgm:prSet presAssocID="{A9E0D585-E59D-4773-B2D9-3D80A7B92402}" presName="vert2" presStyleCnt="0"/>
      <dgm:spPr/>
    </dgm:pt>
    <dgm:pt modelId="{30869E78-36DA-40C4-B3F3-31E4D8DC1DA3}" type="pres">
      <dgm:prSet presAssocID="{A9E0D585-E59D-4773-B2D9-3D80A7B92402}" presName="thinLine2b" presStyleLbl="callout" presStyleIdx="0" presStyleCnt="14"/>
      <dgm:spPr/>
    </dgm:pt>
    <dgm:pt modelId="{D4803E11-1B94-47CA-A81D-C844656200DE}" type="pres">
      <dgm:prSet presAssocID="{A9E0D585-E59D-4773-B2D9-3D80A7B92402}" presName="vertSpace2b" presStyleCnt="0"/>
      <dgm:spPr/>
    </dgm:pt>
    <dgm:pt modelId="{29CB4AB2-0B8A-484B-A294-1674358FC3AB}" type="pres">
      <dgm:prSet presAssocID="{583811BF-3F80-4B8B-9AC5-D1E01DC4C868}" presName="horz2" presStyleCnt="0"/>
      <dgm:spPr/>
    </dgm:pt>
    <dgm:pt modelId="{6BEDD948-29DF-4FBB-8C6B-32511BD5464B}" type="pres">
      <dgm:prSet presAssocID="{583811BF-3F80-4B8B-9AC5-D1E01DC4C868}" presName="horzSpace2" presStyleCnt="0"/>
      <dgm:spPr/>
    </dgm:pt>
    <dgm:pt modelId="{D015A8B4-7A90-4B62-A125-1AABAFF88D08}" type="pres">
      <dgm:prSet presAssocID="{583811BF-3F80-4B8B-9AC5-D1E01DC4C868}" presName="tx2" presStyleLbl="revTx" presStyleIdx="2" presStyleCnt="19"/>
      <dgm:spPr/>
    </dgm:pt>
    <dgm:pt modelId="{43CD7D6D-7F2E-4647-A1CB-518C761FDC5A}" type="pres">
      <dgm:prSet presAssocID="{583811BF-3F80-4B8B-9AC5-D1E01DC4C868}" presName="vert2" presStyleCnt="0"/>
      <dgm:spPr/>
    </dgm:pt>
    <dgm:pt modelId="{064086FF-9FFF-4673-847E-9245D82E12F5}" type="pres">
      <dgm:prSet presAssocID="{583811BF-3F80-4B8B-9AC5-D1E01DC4C868}" presName="thinLine2b" presStyleLbl="callout" presStyleIdx="1" presStyleCnt="14"/>
      <dgm:spPr/>
    </dgm:pt>
    <dgm:pt modelId="{0C188FC2-71AC-4357-9B0F-FD640B380F6E}" type="pres">
      <dgm:prSet presAssocID="{583811BF-3F80-4B8B-9AC5-D1E01DC4C868}" presName="vertSpace2b" presStyleCnt="0"/>
      <dgm:spPr/>
    </dgm:pt>
    <dgm:pt modelId="{0B241499-7591-4B6E-A214-8B011EA749A1}" type="pres">
      <dgm:prSet presAssocID="{68C0C137-8CAE-4609-945D-AF0E478888BB}" presName="horz2" presStyleCnt="0"/>
      <dgm:spPr/>
    </dgm:pt>
    <dgm:pt modelId="{F218A72C-9F0F-4976-9C15-91D925DC9AD9}" type="pres">
      <dgm:prSet presAssocID="{68C0C137-8CAE-4609-945D-AF0E478888BB}" presName="horzSpace2" presStyleCnt="0"/>
      <dgm:spPr/>
    </dgm:pt>
    <dgm:pt modelId="{1EFEF02E-F747-457C-B4AF-835DFD455A88}" type="pres">
      <dgm:prSet presAssocID="{68C0C137-8CAE-4609-945D-AF0E478888BB}" presName="tx2" presStyleLbl="revTx" presStyleIdx="3" presStyleCnt="19"/>
      <dgm:spPr/>
    </dgm:pt>
    <dgm:pt modelId="{2BA3A26C-BFC0-464E-8450-3CD2F5463B09}" type="pres">
      <dgm:prSet presAssocID="{68C0C137-8CAE-4609-945D-AF0E478888BB}" presName="vert2" presStyleCnt="0"/>
      <dgm:spPr/>
    </dgm:pt>
    <dgm:pt modelId="{BF744200-532C-455C-86C7-4C19BEE38B05}" type="pres">
      <dgm:prSet presAssocID="{68C0C137-8CAE-4609-945D-AF0E478888BB}" presName="thinLine2b" presStyleLbl="callout" presStyleIdx="2" presStyleCnt="14"/>
      <dgm:spPr/>
    </dgm:pt>
    <dgm:pt modelId="{F97AAD16-E7F6-4F3C-9E8F-85B743CDA783}" type="pres">
      <dgm:prSet presAssocID="{68C0C137-8CAE-4609-945D-AF0E478888BB}" presName="vertSpace2b" presStyleCnt="0"/>
      <dgm:spPr/>
    </dgm:pt>
    <dgm:pt modelId="{1F119F82-9205-41F5-8953-3EFD7966E5C0}" type="pres">
      <dgm:prSet presAssocID="{8A5FD3E5-04B3-44A6-8221-D571CB693DE0}" presName="thickLine" presStyleLbl="alignNode1" presStyleIdx="1" presStyleCnt="5"/>
      <dgm:spPr/>
    </dgm:pt>
    <dgm:pt modelId="{93A23326-6468-4886-BDD1-0AE8D100F34B}" type="pres">
      <dgm:prSet presAssocID="{8A5FD3E5-04B3-44A6-8221-D571CB693DE0}" presName="horz1" presStyleCnt="0"/>
      <dgm:spPr/>
    </dgm:pt>
    <dgm:pt modelId="{E30410C0-9D2F-4E4E-A852-803D89258EDD}" type="pres">
      <dgm:prSet presAssocID="{8A5FD3E5-04B3-44A6-8221-D571CB693DE0}" presName="tx1" presStyleLbl="revTx" presStyleIdx="4" presStyleCnt="19"/>
      <dgm:spPr/>
    </dgm:pt>
    <dgm:pt modelId="{6F5BB498-84C3-4122-8C5E-B18F4640D782}" type="pres">
      <dgm:prSet presAssocID="{8A5FD3E5-04B3-44A6-8221-D571CB693DE0}" presName="vert1" presStyleCnt="0"/>
      <dgm:spPr/>
    </dgm:pt>
    <dgm:pt modelId="{3A3D79AA-F0DB-4936-8D65-0AD9717EC87E}" type="pres">
      <dgm:prSet presAssocID="{67C8DAF2-3DF3-42B7-B9ED-14A464E4A58C}" presName="vertSpace2a" presStyleCnt="0"/>
      <dgm:spPr/>
    </dgm:pt>
    <dgm:pt modelId="{2B00DCD3-CE13-44BD-90EE-9503B688C481}" type="pres">
      <dgm:prSet presAssocID="{67C8DAF2-3DF3-42B7-B9ED-14A464E4A58C}" presName="horz2" presStyleCnt="0"/>
      <dgm:spPr/>
    </dgm:pt>
    <dgm:pt modelId="{C2AFEFC4-725E-4395-AFC6-5B6A245D8ED4}" type="pres">
      <dgm:prSet presAssocID="{67C8DAF2-3DF3-42B7-B9ED-14A464E4A58C}" presName="horzSpace2" presStyleCnt="0"/>
      <dgm:spPr/>
    </dgm:pt>
    <dgm:pt modelId="{6EAACCF3-5B02-4E05-8787-9924E43C02AF}" type="pres">
      <dgm:prSet presAssocID="{67C8DAF2-3DF3-42B7-B9ED-14A464E4A58C}" presName="tx2" presStyleLbl="revTx" presStyleIdx="5" presStyleCnt="19"/>
      <dgm:spPr/>
    </dgm:pt>
    <dgm:pt modelId="{FFDBC1D3-09FF-41F5-95BA-D80F35FB9938}" type="pres">
      <dgm:prSet presAssocID="{67C8DAF2-3DF3-42B7-B9ED-14A464E4A58C}" presName="vert2" presStyleCnt="0"/>
      <dgm:spPr/>
    </dgm:pt>
    <dgm:pt modelId="{A75B2040-281B-495C-8856-D048B3219161}" type="pres">
      <dgm:prSet presAssocID="{67C8DAF2-3DF3-42B7-B9ED-14A464E4A58C}" presName="thinLine2b" presStyleLbl="callout" presStyleIdx="3" presStyleCnt="14"/>
      <dgm:spPr/>
    </dgm:pt>
    <dgm:pt modelId="{9E56783D-A491-4BD1-AA2A-0CFDA41EBBD4}" type="pres">
      <dgm:prSet presAssocID="{67C8DAF2-3DF3-42B7-B9ED-14A464E4A58C}" presName="vertSpace2b" presStyleCnt="0"/>
      <dgm:spPr/>
    </dgm:pt>
    <dgm:pt modelId="{2378CD3D-895A-4A02-AC78-0FEDFE57D40B}" type="pres">
      <dgm:prSet presAssocID="{B6FD2911-35E3-4895-B96D-C40AB8790ECC}" presName="horz2" presStyleCnt="0"/>
      <dgm:spPr/>
    </dgm:pt>
    <dgm:pt modelId="{89577D7A-AEFF-4C6E-88FB-F0F92818F810}" type="pres">
      <dgm:prSet presAssocID="{B6FD2911-35E3-4895-B96D-C40AB8790ECC}" presName="horzSpace2" presStyleCnt="0"/>
      <dgm:spPr/>
    </dgm:pt>
    <dgm:pt modelId="{4A0B7713-013C-46DF-8F45-356E9430317D}" type="pres">
      <dgm:prSet presAssocID="{B6FD2911-35E3-4895-B96D-C40AB8790ECC}" presName="tx2" presStyleLbl="revTx" presStyleIdx="6" presStyleCnt="19"/>
      <dgm:spPr/>
    </dgm:pt>
    <dgm:pt modelId="{75A487FB-D4E8-4AA1-A18E-51F71D5355D7}" type="pres">
      <dgm:prSet presAssocID="{B6FD2911-35E3-4895-B96D-C40AB8790ECC}" presName="vert2" presStyleCnt="0"/>
      <dgm:spPr/>
    </dgm:pt>
    <dgm:pt modelId="{C254C852-B020-49F4-B364-EFD6C295A0F9}" type="pres">
      <dgm:prSet presAssocID="{B6FD2911-35E3-4895-B96D-C40AB8790ECC}" presName="thinLine2b" presStyleLbl="callout" presStyleIdx="4" presStyleCnt="14"/>
      <dgm:spPr/>
    </dgm:pt>
    <dgm:pt modelId="{4DA3B005-46D4-47D5-B28D-4FE38F1CA5DF}" type="pres">
      <dgm:prSet presAssocID="{B6FD2911-35E3-4895-B96D-C40AB8790ECC}" presName="vertSpace2b" presStyleCnt="0"/>
      <dgm:spPr/>
    </dgm:pt>
    <dgm:pt modelId="{813057ED-F2BE-4FB0-9E22-BB687E2FE09C}" type="pres">
      <dgm:prSet presAssocID="{BD769B08-EBFD-4DF3-A540-465E4CA0FFBE}" presName="horz2" presStyleCnt="0"/>
      <dgm:spPr/>
    </dgm:pt>
    <dgm:pt modelId="{28175BC1-530F-45A5-B281-44B93897275B}" type="pres">
      <dgm:prSet presAssocID="{BD769B08-EBFD-4DF3-A540-465E4CA0FFBE}" presName="horzSpace2" presStyleCnt="0"/>
      <dgm:spPr/>
    </dgm:pt>
    <dgm:pt modelId="{A5EA571E-4188-481C-A5F3-DC2548D4566C}" type="pres">
      <dgm:prSet presAssocID="{BD769B08-EBFD-4DF3-A540-465E4CA0FFBE}" presName="tx2" presStyleLbl="revTx" presStyleIdx="7" presStyleCnt="19"/>
      <dgm:spPr/>
    </dgm:pt>
    <dgm:pt modelId="{2E0DD242-917D-4153-B951-C542D8508C73}" type="pres">
      <dgm:prSet presAssocID="{BD769B08-EBFD-4DF3-A540-465E4CA0FFBE}" presName="vert2" presStyleCnt="0"/>
      <dgm:spPr/>
    </dgm:pt>
    <dgm:pt modelId="{41234775-D696-44F8-BD18-B9217F441CA9}" type="pres">
      <dgm:prSet presAssocID="{BD769B08-EBFD-4DF3-A540-465E4CA0FFBE}" presName="thinLine2b" presStyleLbl="callout" presStyleIdx="5" presStyleCnt="14"/>
      <dgm:spPr/>
    </dgm:pt>
    <dgm:pt modelId="{B0E18DF5-AD1A-4AC0-A3EC-3E57E4AA58FD}" type="pres">
      <dgm:prSet presAssocID="{BD769B08-EBFD-4DF3-A540-465E4CA0FFBE}" presName="vertSpace2b" presStyleCnt="0"/>
      <dgm:spPr/>
    </dgm:pt>
    <dgm:pt modelId="{4388AF08-4667-42B9-AB50-0899311FE2CC}" type="pres">
      <dgm:prSet presAssocID="{02FB9E61-23D7-4406-8574-673642C420AB}" presName="thickLine" presStyleLbl="alignNode1" presStyleIdx="2" presStyleCnt="5"/>
      <dgm:spPr/>
    </dgm:pt>
    <dgm:pt modelId="{7CF63FC6-C239-4D9C-B86E-45665A6DCF2E}" type="pres">
      <dgm:prSet presAssocID="{02FB9E61-23D7-4406-8574-673642C420AB}" presName="horz1" presStyleCnt="0"/>
      <dgm:spPr/>
    </dgm:pt>
    <dgm:pt modelId="{E1CBB06F-4661-4979-9D95-36C109D20EAA}" type="pres">
      <dgm:prSet presAssocID="{02FB9E61-23D7-4406-8574-673642C420AB}" presName="tx1" presStyleLbl="revTx" presStyleIdx="8" presStyleCnt="19"/>
      <dgm:spPr/>
    </dgm:pt>
    <dgm:pt modelId="{851BA06F-9764-4C71-BE1E-D4787EC707D5}" type="pres">
      <dgm:prSet presAssocID="{02FB9E61-23D7-4406-8574-673642C420AB}" presName="vert1" presStyleCnt="0"/>
      <dgm:spPr/>
    </dgm:pt>
    <dgm:pt modelId="{637BC6F1-4F2A-41CF-BE84-3B689205E10E}" type="pres">
      <dgm:prSet presAssocID="{416E3A0F-FC61-4528-A2DC-CE6359AC3E4C}" presName="vertSpace2a" presStyleCnt="0"/>
      <dgm:spPr/>
    </dgm:pt>
    <dgm:pt modelId="{B19E87BE-3AA3-4834-92CD-2BA9B0B5DA91}" type="pres">
      <dgm:prSet presAssocID="{416E3A0F-FC61-4528-A2DC-CE6359AC3E4C}" presName="horz2" presStyleCnt="0"/>
      <dgm:spPr/>
    </dgm:pt>
    <dgm:pt modelId="{BD048561-AB6A-4EF5-8B74-3689E4DD2E59}" type="pres">
      <dgm:prSet presAssocID="{416E3A0F-FC61-4528-A2DC-CE6359AC3E4C}" presName="horzSpace2" presStyleCnt="0"/>
      <dgm:spPr/>
    </dgm:pt>
    <dgm:pt modelId="{BA888CA1-7148-4A1B-AA0C-740CF2E05373}" type="pres">
      <dgm:prSet presAssocID="{416E3A0F-FC61-4528-A2DC-CE6359AC3E4C}" presName="tx2" presStyleLbl="revTx" presStyleIdx="9" presStyleCnt="19"/>
      <dgm:spPr/>
    </dgm:pt>
    <dgm:pt modelId="{2F7D0AB0-EF3D-4155-A693-4E32EA6D2750}" type="pres">
      <dgm:prSet presAssocID="{416E3A0F-FC61-4528-A2DC-CE6359AC3E4C}" presName="vert2" presStyleCnt="0"/>
      <dgm:spPr/>
    </dgm:pt>
    <dgm:pt modelId="{524B82D0-16C5-4E33-BD52-A00BE7B00B53}" type="pres">
      <dgm:prSet presAssocID="{416E3A0F-FC61-4528-A2DC-CE6359AC3E4C}" presName="thinLine2b" presStyleLbl="callout" presStyleIdx="6" presStyleCnt="14"/>
      <dgm:spPr/>
    </dgm:pt>
    <dgm:pt modelId="{6F39D97E-4B1F-457A-88BF-6A27C86725A4}" type="pres">
      <dgm:prSet presAssocID="{416E3A0F-FC61-4528-A2DC-CE6359AC3E4C}" presName="vertSpace2b" presStyleCnt="0"/>
      <dgm:spPr/>
    </dgm:pt>
    <dgm:pt modelId="{9D537B8E-BAD7-472F-AD1A-5D095CF0A75B}" type="pres">
      <dgm:prSet presAssocID="{7A048F7B-E5B3-4CA2-B8F8-FC406769EBD5}" presName="horz2" presStyleCnt="0"/>
      <dgm:spPr/>
    </dgm:pt>
    <dgm:pt modelId="{EED6F738-5FDB-42C8-B356-9DFDC5518C96}" type="pres">
      <dgm:prSet presAssocID="{7A048F7B-E5B3-4CA2-B8F8-FC406769EBD5}" presName="horzSpace2" presStyleCnt="0"/>
      <dgm:spPr/>
    </dgm:pt>
    <dgm:pt modelId="{84094E26-9FE3-4BAC-989C-A8790471D6AA}" type="pres">
      <dgm:prSet presAssocID="{7A048F7B-E5B3-4CA2-B8F8-FC406769EBD5}" presName="tx2" presStyleLbl="revTx" presStyleIdx="10" presStyleCnt="19"/>
      <dgm:spPr/>
    </dgm:pt>
    <dgm:pt modelId="{2834AE69-43DF-41E1-B99E-E8DB1ABE4E57}" type="pres">
      <dgm:prSet presAssocID="{7A048F7B-E5B3-4CA2-B8F8-FC406769EBD5}" presName="vert2" presStyleCnt="0"/>
      <dgm:spPr/>
    </dgm:pt>
    <dgm:pt modelId="{CD5C2BDE-E274-4752-BD9C-EEA2B375EC8E}" type="pres">
      <dgm:prSet presAssocID="{7A048F7B-E5B3-4CA2-B8F8-FC406769EBD5}" presName="thinLine2b" presStyleLbl="callout" presStyleIdx="7" presStyleCnt="14"/>
      <dgm:spPr/>
    </dgm:pt>
    <dgm:pt modelId="{79FF7B42-24A8-4D5E-BD25-278F198B8945}" type="pres">
      <dgm:prSet presAssocID="{7A048F7B-E5B3-4CA2-B8F8-FC406769EBD5}" presName="vertSpace2b" presStyleCnt="0"/>
      <dgm:spPr/>
    </dgm:pt>
    <dgm:pt modelId="{EA2CE2B2-08F6-4B41-B327-83F54CF195D7}" type="pres">
      <dgm:prSet presAssocID="{0B0E420C-3559-46F4-927A-7441D2E77500}" presName="horz2" presStyleCnt="0"/>
      <dgm:spPr/>
    </dgm:pt>
    <dgm:pt modelId="{4BEBE6F7-8DE2-400C-A867-8E79606CB345}" type="pres">
      <dgm:prSet presAssocID="{0B0E420C-3559-46F4-927A-7441D2E77500}" presName="horzSpace2" presStyleCnt="0"/>
      <dgm:spPr/>
    </dgm:pt>
    <dgm:pt modelId="{EBDF78CD-56B7-49EA-86A6-7451C06F6A94}" type="pres">
      <dgm:prSet presAssocID="{0B0E420C-3559-46F4-927A-7441D2E77500}" presName="tx2" presStyleLbl="revTx" presStyleIdx="11" presStyleCnt="19"/>
      <dgm:spPr/>
    </dgm:pt>
    <dgm:pt modelId="{FCE9595E-916A-4110-9E4D-98F69011A27F}" type="pres">
      <dgm:prSet presAssocID="{0B0E420C-3559-46F4-927A-7441D2E77500}" presName="vert2" presStyleCnt="0"/>
      <dgm:spPr/>
    </dgm:pt>
    <dgm:pt modelId="{AC3B818E-E3B8-4D21-9369-5DCE70222AD7}" type="pres">
      <dgm:prSet presAssocID="{0B0E420C-3559-46F4-927A-7441D2E77500}" presName="thinLine2b" presStyleLbl="callout" presStyleIdx="8" presStyleCnt="14"/>
      <dgm:spPr/>
    </dgm:pt>
    <dgm:pt modelId="{A0D991B9-827F-4584-B81B-A45BE607D30A}" type="pres">
      <dgm:prSet presAssocID="{0B0E420C-3559-46F4-927A-7441D2E77500}" presName="vertSpace2b" presStyleCnt="0"/>
      <dgm:spPr/>
    </dgm:pt>
    <dgm:pt modelId="{6C1509D9-D809-42BA-9235-406DE9E6C765}" type="pres">
      <dgm:prSet presAssocID="{0B4581B5-22C2-430F-AB11-42782E310F4D}" presName="thickLine" presStyleLbl="alignNode1" presStyleIdx="3" presStyleCnt="5"/>
      <dgm:spPr/>
    </dgm:pt>
    <dgm:pt modelId="{6E36B1CA-98B7-480F-89CC-1EAEA21D47F9}" type="pres">
      <dgm:prSet presAssocID="{0B4581B5-22C2-430F-AB11-42782E310F4D}" presName="horz1" presStyleCnt="0"/>
      <dgm:spPr/>
    </dgm:pt>
    <dgm:pt modelId="{491F9415-867F-4BD0-99D7-3A83AD465B3F}" type="pres">
      <dgm:prSet presAssocID="{0B4581B5-22C2-430F-AB11-42782E310F4D}" presName="tx1" presStyleLbl="revTx" presStyleIdx="12" presStyleCnt="19"/>
      <dgm:spPr/>
    </dgm:pt>
    <dgm:pt modelId="{63DDE8B4-EEDD-454C-B2E6-C5E875C76583}" type="pres">
      <dgm:prSet presAssocID="{0B4581B5-22C2-430F-AB11-42782E310F4D}" presName="vert1" presStyleCnt="0"/>
      <dgm:spPr/>
    </dgm:pt>
    <dgm:pt modelId="{34C5BD20-DBDB-48BE-8138-20D1586F8F8C}" type="pres">
      <dgm:prSet presAssocID="{01051BEC-775D-466E-8519-47C0AA814EEB}" presName="vertSpace2a" presStyleCnt="0"/>
      <dgm:spPr/>
    </dgm:pt>
    <dgm:pt modelId="{AE2CF43B-77C8-4EC9-8494-CC29FC9291F9}" type="pres">
      <dgm:prSet presAssocID="{01051BEC-775D-466E-8519-47C0AA814EEB}" presName="horz2" presStyleCnt="0"/>
      <dgm:spPr/>
    </dgm:pt>
    <dgm:pt modelId="{97C43708-D1C3-44D5-AE99-E6ED109597AB}" type="pres">
      <dgm:prSet presAssocID="{01051BEC-775D-466E-8519-47C0AA814EEB}" presName="horzSpace2" presStyleCnt="0"/>
      <dgm:spPr/>
    </dgm:pt>
    <dgm:pt modelId="{C09C1717-D335-4E99-8A60-D660661FC648}" type="pres">
      <dgm:prSet presAssocID="{01051BEC-775D-466E-8519-47C0AA814EEB}" presName="tx2" presStyleLbl="revTx" presStyleIdx="13" presStyleCnt="19"/>
      <dgm:spPr/>
    </dgm:pt>
    <dgm:pt modelId="{DB1F9D04-E83F-4116-8AF2-448DE3B41ACE}" type="pres">
      <dgm:prSet presAssocID="{01051BEC-775D-466E-8519-47C0AA814EEB}" presName="vert2" presStyleCnt="0"/>
      <dgm:spPr/>
    </dgm:pt>
    <dgm:pt modelId="{4E579CF8-60B5-4BDB-AAA1-41F1514B8969}" type="pres">
      <dgm:prSet presAssocID="{01051BEC-775D-466E-8519-47C0AA814EEB}" presName="thinLine2b" presStyleLbl="callout" presStyleIdx="9" presStyleCnt="14"/>
      <dgm:spPr/>
    </dgm:pt>
    <dgm:pt modelId="{81E53669-1E96-4E4E-A837-AE38E294E36A}" type="pres">
      <dgm:prSet presAssocID="{01051BEC-775D-466E-8519-47C0AA814EEB}" presName="vertSpace2b" presStyleCnt="0"/>
      <dgm:spPr/>
    </dgm:pt>
    <dgm:pt modelId="{2B7ECE5C-7C9B-45CB-A633-2BB252134996}" type="pres">
      <dgm:prSet presAssocID="{7EAA0528-B04F-4B94-802C-2573CC7D50E1}" presName="horz2" presStyleCnt="0"/>
      <dgm:spPr/>
    </dgm:pt>
    <dgm:pt modelId="{1591D3B0-3E1B-41BA-B263-11479A261192}" type="pres">
      <dgm:prSet presAssocID="{7EAA0528-B04F-4B94-802C-2573CC7D50E1}" presName="horzSpace2" presStyleCnt="0"/>
      <dgm:spPr/>
    </dgm:pt>
    <dgm:pt modelId="{859FD97D-3070-4ED2-9111-7E7128C5C7EC}" type="pres">
      <dgm:prSet presAssocID="{7EAA0528-B04F-4B94-802C-2573CC7D50E1}" presName="tx2" presStyleLbl="revTx" presStyleIdx="14" presStyleCnt="19"/>
      <dgm:spPr/>
    </dgm:pt>
    <dgm:pt modelId="{362A5226-E79A-4F05-9B0F-7B34AD36286D}" type="pres">
      <dgm:prSet presAssocID="{7EAA0528-B04F-4B94-802C-2573CC7D50E1}" presName="vert2" presStyleCnt="0"/>
      <dgm:spPr/>
    </dgm:pt>
    <dgm:pt modelId="{E6C16D94-7E7D-46F3-B50D-5D230261458F}" type="pres">
      <dgm:prSet presAssocID="{7EAA0528-B04F-4B94-802C-2573CC7D50E1}" presName="thinLine2b" presStyleLbl="callout" presStyleIdx="10" presStyleCnt="14"/>
      <dgm:spPr/>
    </dgm:pt>
    <dgm:pt modelId="{D2A2F970-2E39-48FF-93E1-CAD57B8C01F1}" type="pres">
      <dgm:prSet presAssocID="{7EAA0528-B04F-4B94-802C-2573CC7D50E1}" presName="vertSpace2b" presStyleCnt="0"/>
      <dgm:spPr/>
    </dgm:pt>
    <dgm:pt modelId="{E00992A5-CCD1-4095-8A15-5A1027DDB0AD}" type="pres">
      <dgm:prSet presAssocID="{923C42F8-E1AC-4D89-836E-FB5D638F1E85}" presName="thickLine" presStyleLbl="alignNode1" presStyleIdx="4" presStyleCnt="5"/>
      <dgm:spPr/>
    </dgm:pt>
    <dgm:pt modelId="{FB1BA7FF-445B-40F6-BB3F-0EAC5910DAD1}" type="pres">
      <dgm:prSet presAssocID="{923C42F8-E1AC-4D89-836E-FB5D638F1E85}" presName="horz1" presStyleCnt="0"/>
      <dgm:spPr/>
    </dgm:pt>
    <dgm:pt modelId="{5165AAFE-EADC-4D1F-B076-A02FD786FC0C}" type="pres">
      <dgm:prSet presAssocID="{923C42F8-E1AC-4D89-836E-FB5D638F1E85}" presName="tx1" presStyleLbl="revTx" presStyleIdx="15" presStyleCnt="19"/>
      <dgm:spPr/>
    </dgm:pt>
    <dgm:pt modelId="{48ED326C-D5B6-424E-B52E-419485068260}" type="pres">
      <dgm:prSet presAssocID="{923C42F8-E1AC-4D89-836E-FB5D638F1E85}" presName="vert1" presStyleCnt="0"/>
      <dgm:spPr/>
    </dgm:pt>
    <dgm:pt modelId="{833FBEA0-FA4F-4175-9FFC-B58F24AC9069}" type="pres">
      <dgm:prSet presAssocID="{2951C2DF-CF65-48FE-B3FE-05C7155D6D19}" presName="vertSpace2a" presStyleCnt="0"/>
      <dgm:spPr/>
    </dgm:pt>
    <dgm:pt modelId="{2C8E0D83-C456-4553-987D-BB0EAB0D7AA0}" type="pres">
      <dgm:prSet presAssocID="{2951C2DF-CF65-48FE-B3FE-05C7155D6D19}" presName="horz2" presStyleCnt="0"/>
      <dgm:spPr/>
    </dgm:pt>
    <dgm:pt modelId="{D9D9A4A0-ADD3-4958-AA0E-EAE7E6BE215F}" type="pres">
      <dgm:prSet presAssocID="{2951C2DF-CF65-48FE-B3FE-05C7155D6D19}" presName="horzSpace2" presStyleCnt="0"/>
      <dgm:spPr/>
    </dgm:pt>
    <dgm:pt modelId="{CA2D5F4D-58CD-4C34-B2AF-4122E57A20BC}" type="pres">
      <dgm:prSet presAssocID="{2951C2DF-CF65-48FE-B3FE-05C7155D6D19}" presName="tx2" presStyleLbl="revTx" presStyleIdx="16" presStyleCnt="19"/>
      <dgm:spPr/>
    </dgm:pt>
    <dgm:pt modelId="{47232DA8-514E-4173-A1BA-9B1903632354}" type="pres">
      <dgm:prSet presAssocID="{2951C2DF-CF65-48FE-B3FE-05C7155D6D19}" presName="vert2" presStyleCnt="0"/>
      <dgm:spPr/>
    </dgm:pt>
    <dgm:pt modelId="{5EAB3126-C007-4AFD-8511-800DD1184208}" type="pres">
      <dgm:prSet presAssocID="{2951C2DF-CF65-48FE-B3FE-05C7155D6D19}" presName="thinLine2b" presStyleLbl="callout" presStyleIdx="11" presStyleCnt="14"/>
      <dgm:spPr/>
    </dgm:pt>
    <dgm:pt modelId="{886B56B9-2C22-4B05-8459-939F5EF679D5}" type="pres">
      <dgm:prSet presAssocID="{2951C2DF-CF65-48FE-B3FE-05C7155D6D19}" presName="vertSpace2b" presStyleCnt="0"/>
      <dgm:spPr/>
    </dgm:pt>
    <dgm:pt modelId="{10B3F16F-2F8B-46E1-8340-2C1F7C4963EC}" type="pres">
      <dgm:prSet presAssocID="{22F9E31D-8607-419C-A498-CCFECE940F3D}" presName="horz2" presStyleCnt="0"/>
      <dgm:spPr/>
    </dgm:pt>
    <dgm:pt modelId="{A1E2EDE8-4E21-4B20-9E06-792204D9DF50}" type="pres">
      <dgm:prSet presAssocID="{22F9E31D-8607-419C-A498-CCFECE940F3D}" presName="horzSpace2" presStyleCnt="0"/>
      <dgm:spPr/>
    </dgm:pt>
    <dgm:pt modelId="{3919AE93-F771-46E6-A6E2-C32ADEBBD6EF}" type="pres">
      <dgm:prSet presAssocID="{22F9E31D-8607-419C-A498-CCFECE940F3D}" presName="tx2" presStyleLbl="revTx" presStyleIdx="17" presStyleCnt="19"/>
      <dgm:spPr/>
    </dgm:pt>
    <dgm:pt modelId="{82FF27D6-E6E2-465C-A0BA-53D4F1F5E321}" type="pres">
      <dgm:prSet presAssocID="{22F9E31D-8607-419C-A498-CCFECE940F3D}" presName="vert2" presStyleCnt="0"/>
      <dgm:spPr/>
    </dgm:pt>
    <dgm:pt modelId="{70E17799-0ABF-471D-A8F4-1D8333C55351}" type="pres">
      <dgm:prSet presAssocID="{22F9E31D-8607-419C-A498-CCFECE940F3D}" presName="thinLine2b" presStyleLbl="callout" presStyleIdx="12" presStyleCnt="14"/>
      <dgm:spPr/>
    </dgm:pt>
    <dgm:pt modelId="{5255B4E7-0E4C-4473-9A40-529E58F4B86E}" type="pres">
      <dgm:prSet presAssocID="{22F9E31D-8607-419C-A498-CCFECE940F3D}" presName="vertSpace2b" presStyleCnt="0"/>
      <dgm:spPr/>
    </dgm:pt>
    <dgm:pt modelId="{ED8F1B98-F609-43ED-8E2F-0E3E2346CD07}" type="pres">
      <dgm:prSet presAssocID="{9197CBFC-C916-4526-8B95-C7EAE0053B24}" presName="horz2" presStyleCnt="0"/>
      <dgm:spPr/>
    </dgm:pt>
    <dgm:pt modelId="{6731A648-274D-43C5-AFF7-3A06117461D4}" type="pres">
      <dgm:prSet presAssocID="{9197CBFC-C916-4526-8B95-C7EAE0053B24}" presName="horzSpace2" presStyleCnt="0"/>
      <dgm:spPr/>
    </dgm:pt>
    <dgm:pt modelId="{777C7E4D-8D07-47E7-84B1-5E61921FB4B2}" type="pres">
      <dgm:prSet presAssocID="{9197CBFC-C916-4526-8B95-C7EAE0053B24}" presName="tx2" presStyleLbl="revTx" presStyleIdx="18" presStyleCnt="19"/>
      <dgm:spPr/>
    </dgm:pt>
    <dgm:pt modelId="{971AEC77-702B-423E-BBF7-E888D232E3B5}" type="pres">
      <dgm:prSet presAssocID="{9197CBFC-C916-4526-8B95-C7EAE0053B24}" presName="vert2" presStyleCnt="0"/>
      <dgm:spPr/>
    </dgm:pt>
    <dgm:pt modelId="{3F00B9C2-EFB2-4380-A1CD-0A9969E77D09}" type="pres">
      <dgm:prSet presAssocID="{9197CBFC-C916-4526-8B95-C7EAE0053B24}" presName="thinLine2b" presStyleLbl="callout" presStyleIdx="13" presStyleCnt="14"/>
      <dgm:spPr/>
    </dgm:pt>
    <dgm:pt modelId="{00CFF50A-85AF-4523-9BFC-9CFF6F89F0AA}" type="pres">
      <dgm:prSet presAssocID="{9197CBFC-C916-4526-8B95-C7EAE0053B24}" presName="vertSpace2b" presStyleCnt="0"/>
      <dgm:spPr/>
    </dgm:pt>
  </dgm:ptLst>
  <dgm:cxnLst>
    <dgm:cxn modelId="{27459000-6A64-402B-9A7C-F20FFD093E2D}" type="presOf" srcId="{0B3B7C8C-B7D1-48B5-AAFC-176026FC65AF}" destId="{1ADC5733-6213-4ACD-8A69-52A0B163AB63}" srcOrd="0" destOrd="0" presId="urn:microsoft.com/office/officeart/2008/layout/LinedList"/>
    <dgm:cxn modelId="{0AA1DF0A-3DAA-461F-A60F-2C7F2DFE2252}" srcId="{0B3B7C8C-B7D1-48B5-AAFC-176026FC65AF}" destId="{583811BF-3F80-4B8B-9AC5-D1E01DC4C868}" srcOrd="1" destOrd="0" parTransId="{99B28D5D-038C-46F1-A054-6699F4E0FE5F}" sibTransId="{F577B469-5076-429D-A94D-CC3160414620}"/>
    <dgm:cxn modelId="{29746410-BE85-4E84-9DC6-AC4684C171C4}" type="presOf" srcId="{B6FD2911-35E3-4895-B96D-C40AB8790ECC}" destId="{4A0B7713-013C-46DF-8F45-356E9430317D}" srcOrd="0" destOrd="0" presId="urn:microsoft.com/office/officeart/2008/layout/LinedList"/>
    <dgm:cxn modelId="{869DAF14-DCFB-4F1B-9297-D7491805A4ED}" type="presOf" srcId="{01051BEC-775D-466E-8519-47C0AA814EEB}" destId="{C09C1717-D335-4E99-8A60-D660661FC648}" srcOrd="0" destOrd="0" presId="urn:microsoft.com/office/officeart/2008/layout/LinedList"/>
    <dgm:cxn modelId="{25007C18-02B6-4A1F-BC2F-5FF4450A67E4}" type="presOf" srcId="{0B0E420C-3559-46F4-927A-7441D2E77500}" destId="{EBDF78CD-56B7-49EA-86A6-7451C06F6A94}" srcOrd="0" destOrd="0" presId="urn:microsoft.com/office/officeart/2008/layout/LinedList"/>
    <dgm:cxn modelId="{DA3EDA22-AF6C-4EBE-96D5-8019079A801D}" srcId="{0B3B7C8C-B7D1-48B5-AAFC-176026FC65AF}" destId="{68C0C137-8CAE-4609-945D-AF0E478888BB}" srcOrd="2" destOrd="0" parTransId="{CDD239DB-2B09-4561-8169-5D851427B482}" sibTransId="{2BD185A5-C941-4029-AB6E-D19C55DBA538}"/>
    <dgm:cxn modelId="{6D76242C-6039-49D6-BBA2-DDD9C7A42736}" srcId="{02FB9E61-23D7-4406-8574-673642C420AB}" destId="{7A048F7B-E5B3-4CA2-B8F8-FC406769EBD5}" srcOrd="1" destOrd="0" parTransId="{FC6C7111-C11C-4BEB-B1D1-ADA8EAEC39D2}" sibTransId="{2A8F7B70-592D-4DF2-8D66-03DA273D50CA}"/>
    <dgm:cxn modelId="{5C04452F-4A21-4B0B-AF07-ED208175D739}" srcId="{95D97FA2-8E1B-40F9-943B-DF59523EEF90}" destId="{02FB9E61-23D7-4406-8574-673642C420AB}" srcOrd="2" destOrd="0" parTransId="{83B67F1E-027C-42E6-98F6-AF766EE7AB15}" sibTransId="{2C159670-FCD2-4618-9214-31F81C3D7B56}"/>
    <dgm:cxn modelId="{C568E15D-5FC8-40FE-B85B-A5366D524A06}" srcId="{923C42F8-E1AC-4D89-836E-FB5D638F1E85}" destId="{22F9E31D-8607-419C-A498-CCFECE940F3D}" srcOrd="1" destOrd="0" parTransId="{65789FCC-23AE-45E8-879E-F0F8B0CE7F45}" sibTransId="{5B5187D7-7652-47A6-B524-0E1E89811E02}"/>
    <dgm:cxn modelId="{E4B9A641-0EF9-4672-9242-AEBDC56AB110}" srcId="{95D97FA2-8E1B-40F9-943B-DF59523EEF90}" destId="{0B3B7C8C-B7D1-48B5-AAFC-176026FC65AF}" srcOrd="0" destOrd="0" parTransId="{255172C2-C9B5-423C-86D6-DCDBE6EFD9A7}" sibTransId="{36C33F23-1B81-49B3-AE3B-7830E985BD46}"/>
    <dgm:cxn modelId="{933CC042-7C9D-4324-A40B-D3D94C68F424}" type="presOf" srcId="{A9E0D585-E59D-4773-B2D9-3D80A7B92402}" destId="{B9E4E407-CA2E-455E-A026-0A63CF58B551}" srcOrd="0" destOrd="0" presId="urn:microsoft.com/office/officeart/2008/layout/LinedList"/>
    <dgm:cxn modelId="{02021345-804D-4323-96FE-3573FC522AEF}" srcId="{0B3B7C8C-B7D1-48B5-AAFC-176026FC65AF}" destId="{A9E0D585-E59D-4773-B2D9-3D80A7B92402}" srcOrd="0" destOrd="0" parTransId="{591E10A2-E74B-4583-9B33-6DB23D6EF3F1}" sibTransId="{92E8BA3C-3E2A-4ADD-9AA5-DC53C8DC6483}"/>
    <dgm:cxn modelId="{B1F68F48-97B9-4EDB-9DF7-037E1CD4C5E5}" type="presOf" srcId="{68C0C137-8CAE-4609-945D-AF0E478888BB}" destId="{1EFEF02E-F747-457C-B4AF-835DFD455A88}" srcOrd="0" destOrd="0" presId="urn:microsoft.com/office/officeart/2008/layout/LinedList"/>
    <dgm:cxn modelId="{B380F648-74B3-4D83-B740-267E1A13CC0E}" type="presOf" srcId="{02FB9E61-23D7-4406-8574-673642C420AB}" destId="{E1CBB06F-4661-4979-9D95-36C109D20EAA}" srcOrd="0" destOrd="0" presId="urn:microsoft.com/office/officeart/2008/layout/LinedList"/>
    <dgm:cxn modelId="{4EDB327B-A020-4537-A20E-E4EBDA6DDC59}" type="presOf" srcId="{583811BF-3F80-4B8B-9AC5-D1E01DC4C868}" destId="{D015A8B4-7A90-4B62-A125-1AABAFF88D08}" srcOrd="0" destOrd="0" presId="urn:microsoft.com/office/officeart/2008/layout/LinedList"/>
    <dgm:cxn modelId="{ABEDD07C-600B-412C-A113-32672745450A}" type="presOf" srcId="{416E3A0F-FC61-4528-A2DC-CE6359AC3E4C}" destId="{BA888CA1-7148-4A1B-AA0C-740CF2E05373}" srcOrd="0" destOrd="0" presId="urn:microsoft.com/office/officeart/2008/layout/LinedList"/>
    <dgm:cxn modelId="{BA110F81-9380-4961-9D27-D41B5ABD7844}" type="presOf" srcId="{BD769B08-EBFD-4DF3-A540-465E4CA0FFBE}" destId="{A5EA571E-4188-481C-A5F3-DC2548D4566C}" srcOrd="0" destOrd="0" presId="urn:microsoft.com/office/officeart/2008/layout/LinedList"/>
    <dgm:cxn modelId="{BD10E284-0615-4EA6-9867-28B6BFD9F826}" srcId="{8A5FD3E5-04B3-44A6-8221-D571CB693DE0}" destId="{BD769B08-EBFD-4DF3-A540-465E4CA0FFBE}" srcOrd="2" destOrd="0" parTransId="{1EF9680E-6D90-4D46-A2F5-69E1AC0F81EC}" sibTransId="{4CCF94B6-F2E6-4E52-B657-F4CDD632DF81}"/>
    <dgm:cxn modelId="{7BFBA38D-4A39-4002-B2F1-0FAFA83C0BA1}" type="presOf" srcId="{8A5FD3E5-04B3-44A6-8221-D571CB693DE0}" destId="{E30410C0-9D2F-4E4E-A852-803D89258EDD}" srcOrd="0" destOrd="0" presId="urn:microsoft.com/office/officeart/2008/layout/LinedList"/>
    <dgm:cxn modelId="{F660AA91-0C6F-4A22-AFBC-04FBC0F56DD2}" srcId="{923C42F8-E1AC-4D89-836E-FB5D638F1E85}" destId="{2951C2DF-CF65-48FE-B3FE-05C7155D6D19}" srcOrd="0" destOrd="0" parTransId="{C8587921-CD8A-45F8-8464-81876164CBC3}" sibTransId="{F3704FD2-6B93-40F4-B998-8353F0B33AB8}"/>
    <dgm:cxn modelId="{8ADC2C98-BE3B-402A-8891-7BB8484E87F9}" type="presOf" srcId="{9197CBFC-C916-4526-8B95-C7EAE0053B24}" destId="{777C7E4D-8D07-47E7-84B1-5E61921FB4B2}" srcOrd="0" destOrd="0" presId="urn:microsoft.com/office/officeart/2008/layout/LinedList"/>
    <dgm:cxn modelId="{307FB49B-83EB-43FC-BFF4-CF8B07C077FE}" type="presOf" srcId="{22F9E31D-8607-419C-A498-CCFECE940F3D}" destId="{3919AE93-F771-46E6-A6E2-C32ADEBBD6EF}" srcOrd="0" destOrd="0" presId="urn:microsoft.com/office/officeart/2008/layout/LinedList"/>
    <dgm:cxn modelId="{7E38CDA2-91CD-4ECA-901F-A9BA36ECA61D}" type="presOf" srcId="{7A048F7B-E5B3-4CA2-B8F8-FC406769EBD5}" destId="{84094E26-9FE3-4BAC-989C-A8790471D6AA}" srcOrd="0" destOrd="0" presId="urn:microsoft.com/office/officeart/2008/layout/LinedList"/>
    <dgm:cxn modelId="{67BBDBA3-1C4A-452A-885D-873752A57097}" type="presOf" srcId="{0B4581B5-22C2-430F-AB11-42782E310F4D}" destId="{491F9415-867F-4BD0-99D7-3A83AD465B3F}" srcOrd="0" destOrd="0" presId="urn:microsoft.com/office/officeart/2008/layout/LinedList"/>
    <dgm:cxn modelId="{BEEF96AA-D364-4ED1-83C0-BB280999F351}" type="presOf" srcId="{923C42F8-E1AC-4D89-836E-FB5D638F1E85}" destId="{5165AAFE-EADC-4D1F-B076-A02FD786FC0C}" srcOrd="0" destOrd="0" presId="urn:microsoft.com/office/officeart/2008/layout/LinedList"/>
    <dgm:cxn modelId="{4B8E6FAF-09F3-481C-9700-C9D94848CFA9}" srcId="{0B4581B5-22C2-430F-AB11-42782E310F4D}" destId="{01051BEC-775D-466E-8519-47C0AA814EEB}" srcOrd="0" destOrd="0" parTransId="{336E377B-2776-48CA-AAE9-3ADF46B418E0}" sibTransId="{F7CE2177-7F58-4CF6-83C3-40E14EC3FDB2}"/>
    <dgm:cxn modelId="{70C3E3B0-6748-4D5F-8CB8-DA373E087BCA}" type="presOf" srcId="{95D97FA2-8E1B-40F9-943B-DF59523EEF90}" destId="{B01241D4-CA1C-47CE-A169-507AC26811B7}" srcOrd="0" destOrd="0" presId="urn:microsoft.com/office/officeart/2008/layout/LinedList"/>
    <dgm:cxn modelId="{088B2DBE-9868-479F-9460-AF6568A20EDE}" srcId="{0B4581B5-22C2-430F-AB11-42782E310F4D}" destId="{7EAA0528-B04F-4B94-802C-2573CC7D50E1}" srcOrd="1" destOrd="0" parTransId="{430310BB-B45B-43DC-B044-D998027474A9}" sibTransId="{76FD8A6C-CA54-44F0-A591-310B04D1F440}"/>
    <dgm:cxn modelId="{2F0636C0-DA4C-4702-A171-EFF184EC4C6D}" type="presOf" srcId="{2951C2DF-CF65-48FE-B3FE-05C7155D6D19}" destId="{CA2D5F4D-58CD-4C34-B2AF-4122E57A20BC}" srcOrd="0" destOrd="0" presId="urn:microsoft.com/office/officeart/2008/layout/LinedList"/>
    <dgm:cxn modelId="{98CA3DC0-CD6B-4EC1-BD2F-92F5E2C242EF}" type="presOf" srcId="{67C8DAF2-3DF3-42B7-B9ED-14A464E4A58C}" destId="{6EAACCF3-5B02-4E05-8787-9924E43C02AF}" srcOrd="0" destOrd="0" presId="urn:microsoft.com/office/officeart/2008/layout/LinedList"/>
    <dgm:cxn modelId="{9C990BC7-BEA9-4A8A-A530-F9185F5B2083}" srcId="{95D97FA2-8E1B-40F9-943B-DF59523EEF90}" destId="{8A5FD3E5-04B3-44A6-8221-D571CB693DE0}" srcOrd="1" destOrd="0" parTransId="{F0CD2360-DA4C-47FE-A1E6-2BF0F1787578}" sibTransId="{5B1C2833-8811-4439-9919-F527BCDA2E1C}"/>
    <dgm:cxn modelId="{07D7A3D4-0046-4FD9-9F8B-D8A3050AF18E}" srcId="{95D97FA2-8E1B-40F9-943B-DF59523EEF90}" destId="{923C42F8-E1AC-4D89-836E-FB5D638F1E85}" srcOrd="4" destOrd="0" parTransId="{43BED490-98AA-44E1-8D8C-A2C5914B56CA}" sibTransId="{39B8C439-B3CE-4603-84E4-4942A152F18D}"/>
    <dgm:cxn modelId="{C81521DF-8493-4140-8411-DB9C2807CB0C}" srcId="{02FB9E61-23D7-4406-8574-673642C420AB}" destId="{416E3A0F-FC61-4528-A2DC-CE6359AC3E4C}" srcOrd="0" destOrd="0" parTransId="{0240638A-278E-4C92-AF5C-653140DDD52A}" sibTransId="{E7B0C192-7F31-48F8-A204-12396A7CE218}"/>
    <dgm:cxn modelId="{942789DF-9489-4408-B470-D7453FE30E43}" srcId="{02FB9E61-23D7-4406-8574-673642C420AB}" destId="{0B0E420C-3559-46F4-927A-7441D2E77500}" srcOrd="2" destOrd="0" parTransId="{DB55E6AA-6ACC-4E17-8BF0-677987ADA497}" sibTransId="{8D44B467-6FE0-4615-A943-82D3501073F0}"/>
    <dgm:cxn modelId="{203233EF-5D61-42F2-A09C-8A13BDA50E14}" srcId="{8A5FD3E5-04B3-44A6-8221-D571CB693DE0}" destId="{B6FD2911-35E3-4895-B96D-C40AB8790ECC}" srcOrd="1" destOrd="0" parTransId="{667242F8-75E8-42F6-AEBE-0880C5376139}" sibTransId="{497A5E92-71D8-403B-A4B3-0942E4B78C74}"/>
    <dgm:cxn modelId="{E5B8F5F0-BC70-48E8-90EC-91CAC8FF3F9B}" type="presOf" srcId="{7EAA0528-B04F-4B94-802C-2573CC7D50E1}" destId="{859FD97D-3070-4ED2-9111-7E7128C5C7EC}" srcOrd="0" destOrd="0" presId="urn:microsoft.com/office/officeart/2008/layout/LinedList"/>
    <dgm:cxn modelId="{67C656F2-F16D-4DD1-80B3-17FBC0214BD7}" srcId="{95D97FA2-8E1B-40F9-943B-DF59523EEF90}" destId="{0B4581B5-22C2-430F-AB11-42782E310F4D}" srcOrd="3" destOrd="0" parTransId="{5F69CB5E-0735-4AB1-A3CD-DBE96D771A2A}" sibTransId="{160EFD19-9AF6-4D77-A79E-6CBDCC597589}"/>
    <dgm:cxn modelId="{D5801CF5-8602-4C0A-9B63-E9BC510A9010}" srcId="{8A5FD3E5-04B3-44A6-8221-D571CB693DE0}" destId="{67C8DAF2-3DF3-42B7-B9ED-14A464E4A58C}" srcOrd="0" destOrd="0" parTransId="{AE40807D-F473-45A5-BF87-03EB6450222A}" sibTransId="{A92FFC52-991D-42DE-9B81-AF120C13E8A1}"/>
    <dgm:cxn modelId="{1B13B7F8-D544-4056-91A0-A9331061B6B4}" srcId="{923C42F8-E1AC-4D89-836E-FB5D638F1E85}" destId="{9197CBFC-C916-4526-8B95-C7EAE0053B24}" srcOrd="2" destOrd="0" parTransId="{9DD4540F-4C0A-4A59-AB5A-FADF53B10BA5}" sibTransId="{DC37AB5A-F78E-4C12-B9A3-0F6054A7C708}"/>
    <dgm:cxn modelId="{45988AE9-0372-43D6-B135-50E831BBFCC5}" type="presParOf" srcId="{B01241D4-CA1C-47CE-A169-507AC26811B7}" destId="{A13A5438-8CA2-49C5-AC27-734A89F8AF37}" srcOrd="0" destOrd="0" presId="urn:microsoft.com/office/officeart/2008/layout/LinedList"/>
    <dgm:cxn modelId="{5B1F3E8C-F6ED-46EA-AC1F-C52916D7E515}" type="presParOf" srcId="{B01241D4-CA1C-47CE-A169-507AC26811B7}" destId="{DFE9A8F7-36DF-475F-9452-E3321658FB16}" srcOrd="1" destOrd="0" presId="urn:microsoft.com/office/officeart/2008/layout/LinedList"/>
    <dgm:cxn modelId="{33E6FADC-FB00-476A-AD6C-30C0C49B623A}" type="presParOf" srcId="{DFE9A8F7-36DF-475F-9452-E3321658FB16}" destId="{1ADC5733-6213-4ACD-8A69-52A0B163AB63}" srcOrd="0" destOrd="0" presId="urn:microsoft.com/office/officeart/2008/layout/LinedList"/>
    <dgm:cxn modelId="{F6C87580-C080-4227-854F-78BECDA3F33F}" type="presParOf" srcId="{DFE9A8F7-36DF-475F-9452-E3321658FB16}" destId="{77F6C2A2-D6E9-4B1F-A5D2-29397148B1DD}" srcOrd="1" destOrd="0" presId="urn:microsoft.com/office/officeart/2008/layout/LinedList"/>
    <dgm:cxn modelId="{30111D64-04AE-48F3-B7E9-E172B7DE8D68}" type="presParOf" srcId="{77F6C2A2-D6E9-4B1F-A5D2-29397148B1DD}" destId="{AE6BB2C9-E773-4E42-903C-87368E3F6D91}" srcOrd="0" destOrd="0" presId="urn:microsoft.com/office/officeart/2008/layout/LinedList"/>
    <dgm:cxn modelId="{6FD8EE7F-53BC-4A40-8446-B28AAF5E2011}" type="presParOf" srcId="{77F6C2A2-D6E9-4B1F-A5D2-29397148B1DD}" destId="{521D88E5-A19E-44D8-9CD0-A3EA6DCF2245}" srcOrd="1" destOrd="0" presId="urn:microsoft.com/office/officeart/2008/layout/LinedList"/>
    <dgm:cxn modelId="{8E9C00A5-940D-453C-B104-475286453D2B}" type="presParOf" srcId="{521D88E5-A19E-44D8-9CD0-A3EA6DCF2245}" destId="{D8978C43-9B8A-4047-BD5B-2B5640F1B289}" srcOrd="0" destOrd="0" presId="urn:microsoft.com/office/officeart/2008/layout/LinedList"/>
    <dgm:cxn modelId="{3EF214A8-F40F-4EB7-BD01-9A8019DC248C}" type="presParOf" srcId="{521D88E5-A19E-44D8-9CD0-A3EA6DCF2245}" destId="{B9E4E407-CA2E-455E-A026-0A63CF58B551}" srcOrd="1" destOrd="0" presId="urn:microsoft.com/office/officeart/2008/layout/LinedList"/>
    <dgm:cxn modelId="{A3D32F1E-5BF5-44FF-8597-916F8816E960}" type="presParOf" srcId="{521D88E5-A19E-44D8-9CD0-A3EA6DCF2245}" destId="{98E04FAF-548D-423B-9B96-DDDD7531DE6A}" srcOrd="2" destOrd="0" presId="urn:microsoft.com/office/officeart/2008/layout/LinedList"/>
    <dgm:cxn modelId="{FE5F13FA-2231-4EE6-94DB-1E97EE7FE331}" type="presParOf" srcId="{77F6C2A2-D6E9-4B1F-A5D2-29397148B1DD}" destId="{30869E78-36DA-40C4-B3F3-31E4D8DC1DA3}" srcOrd="2" destOrd="0" presId="urn:microsoft.com/office/officeart/2008/layout/LinedList"/>
    <dgm:cxn modelId="{4D7CA5BD-61BB-45AB-B271-18400024DCCF}" type="presParOf" srcId="{77F6C2A2-D6E9-4B1F-A5D2-29397148B1DD}" destId="{D4803E11-1B94-47CA-A81D-C844656200DE}" srcOrd="3" destOrd="0" presId="urn:microsoft.com/office/officeart/2008/layout/LinedList"/>
    <dgm:cxn modelId="{998F703F-9C6A-4DC8-B442-1283FA5EBA02}" type="presParOf" srcId="{77F6C2A2-D6E9-4B1F-A5D2-29397148B1DD}" destId="{29CB4AB2-0B8A-484B-A294-1674358FC3AB}" srcOrd="4" destOrd="0" presId="urn:microsoft.com/office/officeart/2008/layout/LinedList"/>
    <dgm:cxn modelId="{1D64F7BE-64F1-4449-9F3F-FB3C345F65C2}" type="presParOf" srcId="{29CB4AB2-0B8A-484B-A294-1674358FC3AB}" destId="{6BEDD948-29DF-4FBB-8C6B-32511BD5464B}" srcOrd="0" destOrd="0" presId="urn:microsoft.com/office/officeart/2008/layout/LinedList"/>
    <dgm:cxn modelId="{4AE8ACA8-6220-4EA8-B0C3-7F0FE24B2FBE}" type="presParOf" srcId="{29CB4AB2-0B8A-484B-A294-1674358FC3AB}" destId="{D015A8B4-7A90-4B62-A125-1AABAFF88D08}" srcOrd="1" destOrd="0" presId="urn:microsoft.com/office/officeart/2008/layout/LinedList"/>
    <dgm:cxn modelId="{B1A7880D-69AD-4E6B-AAD3-FF6A13B21BA6}" type="presParOf" srcId="{29CB4AB2-0B8A-484B-A294-1674358FC3AB}" destId="{43CD7D6D-7F2E-4647-A1CB-518C761FDC5A}" srcOrd="2" destOrd="0" presId="urn:microsoft.com/office/officeart/2008/layout/LinedList"/>
    <dgm:cxn modelId="{8BCC366F-46EE-4D95-828D-CB2BD21C4CFC}" type="presParOf" srcId="{77F6C2A2-D6E9-4B1F-A5D2-29397148B1DD}" destId="{064086FF-9FFF-4673-847E-9245D82E12F5}" srcOrd="5" destOrd="0" presId="urn:microsoft.com/office/officeart/2008/layout/LinedList"/>
    <dgm:cxn modelId="{AFBBE0F7-09B0-4108-BB66-334F14A84558}" type="presParOf" srcId="{77F6C2A2-D6E9-4B1F-A5D2-29397148B1DD}" destId="{0C188FC2-71AC-4357-9B0F-FD640B380F6E}" srcOrd="6" destOrd="0" presId="urn:microsoft.com/office/officeart/2008/layout/LinedList"/>
    <dgm:cxn modelId="{4F17115B-A3A6-484B-A780-ED2FF20B8BF9}" type="presParOf" srcId="{77F6C2A2-D6E9-4B1F-A5D2-29397148B1DD}" destId="{0B241499-7591-4B6E-A214-8B011EA749A1}" srcOrd="7" destOrd="0" presId="urn:microsoft.com/office/officeart/2008/layout/LinedList"/>
    <dgm:cxn modelId="{9A1D7729-0F7F-4DB2-8CD8-598EFA9A7577}" type="presParOf" srcId="{0B241499-7591-4B6E-A214-8B011EA749A1}" destId="{F218A72C-9F0F-4976-9C15-91D925DC9AD9}" srcOrd="0" destOrd="0" presId="urn:microsoft.com/office/officeart/2008/layout/LinedList"/>
    <dgm:cxn modelId="{711F1D04-A9E3-4DCE-B9DB-8BB2F1534640}" type="presParOf" srcId="{0B241499-7591-4B6E-A214-8B011EA749A1}" destId="{1EFEF02E-F747-457C-B4AF-835DFD455A88}" srcOrd="1" destOrd="0" presId="urn:microsoft.com/office/officeart/2008/layout/LinedList"/>
    <dgm:cxn modelId="{0FCE5739-D8B8-4C8B-B61B-80C2AAB54D3A}" type="presParOf" srcId="{0B241499-7591-4B6E-A214-8B011EA749A1}" destId="{2BA3A26C-BFC0-464E-8450-3CD2F5463B09}" srcOrd="2" destOrd="0" presId="urn:microsoft.com/office/officeart/2008/layout/LinedList"/>
    <dgm:cxn modelId="{3C6D484B-C403-4F89-B8D7-D4A99EE2B4F6}" type="presParOf" srcId="{77F6C2A2-D6E9-4B1F-A5D2-29397148B1DD}" destId="{BF744200-532C-455C-86C7-4C19BEE38B05}" srcOrd="8" destOrd="0" presId="urn:microsoft.com/office/officeart/2008/layout/LinedList"/>
    <dgm:cxn modelId="{D7E82031-A377-425A-B596-EB7513715F48}" type="presParOf" srcId="{77F6C2A2-D6E9-4B1F-A5D2-29397148B1DD}" destId="{F97AAD16-E7F6-4F3C-9E8F-85B743CDA783}" srcOrd="9" destOrd="0" presId="urn:microsoft.com/office/officeart/2008/layout/LinedList"/>
    <dgm:cxn modelId="{2B170248-2F5F-40FD-9AB2-B5CDE02D99EB}" type="presParOf" srcId="{B01241D4-CA1C-47CE-A169-507AC26811B7}" destId="{1F119F82-9205-41F5-8953-3EFD7966E5C0}" srcOrd="2" destOrd="0" presId="urn:microsoft.com/office/officeart/2008/layout/LinedList"/>
    <dgm:cxn modelId="{FCE19012-0E18-49A2-AE27-CCB2C23F089D}" type="presParOf" srcId="{B01241D4-CA1C-47CE-A169-507AC26811B7}" destId="{93A23326-6468-4886-BDD1-0AE8D100F34B}" srcOrd="3" destOrd="0" presId="urn:microsoft.com/office/officeart/2008/layout/LinedList"/>
    <dgm:cxn modelId="{BB7B94BF-BF25-4B11-99D6-AED8C6DB273D}" type="presParOf" srcId="{93A23326-6468-4886-BDD1-0AE8D100F34B}" destId="{E30410C0-9D2F-4E4E-A852-803D89258EDD}" srcOrd="0" destOrd="0" presId="urn:microsoft.com/office/officeart/2008/layout/LinedList"/>
    <dgm:cxn modelId="{19444235-492B-4715-A965-450E2D8E3280}" type="presParOf" srcId="{93A23326-6468-4886-BDD1-0AE8D100F34B}" destId="{6F5BB498-84C3-4122-8C5E-B18F4640D782}" srcOrd="1" destOrd="0" presId="urn:microsoft.com/office/officeart/2008/layout/LinedList"/>
    <dgm:cxn modelId="{2AF24E41-51F7-4918-9C60-DEA115FF1D81}" type="presParOf" srcId="{6F5BB498-84C3-4122-8C5E-B18F4640D782}" destId="{3A3D79AA-F0DB-4936-8D65-0AD9717EC87E}" srcOrd="0" destOrd="0" presId="urn:microsoft.com/office/officeart/2008/layout/LinedList"/>
    <dgm:cxn modelId="{86C48DD0-DE1A-4E43-BDBF-00E95862CF14}" type="presParOf" srcId="{6F5BB498-84C3-4122-8C5E-B18F4640D782}" destId="{2B00DCD3-CE13-44BD-90EE-9503B688C481}" srcOrd="1" destOrd="0" presId="urn:microsoft.com/office/officeart/2008/layout/LinedList"/>
    <dgm:cxn modelId="{D1835A3C-ADD1-4401-86F7-49792F53FCD4}" type="presParOf" srcId="{2B00DCD3-CE13-44BD-90EE-9503B688C481}" destId="{C2AFEFC4-725E-4395-AFC6-5B6A245D8ED4}" srcOrd="0" destOrd="0" presId="urn:microsoft.com/office/officeart/2008/layout/LinedList"/>
    <dgm:cxn modelId="{EF37010D-B3B8-4B67-9077-2E760FBDEFF7}" type="presParOf" srcId="{2B00DCD3-CE13-44BD-90EE-9503B688C481}" destId="{6EAACCF3-5B02-4E05-8787-9924E43C02AF}" srcOrd="1" destOrd="0" presId="urn:microsoft.com/office/officeart/2008/layout/LinedList"/>
    <dgm:cxn modelId="{FCD6CC9F-C5BC-4A13-9714-C517CCA1D5D4}" type="presParOf" srcId="{2B00DCD3-CE13-44BD-90EE-9503B688C481}" destId="{FFDBC1D3-09FF-41F5-95BA-D80F35FB9938}" srcOrd="2" destOrd="0" presId="urn:microsoft.com/office/officeart/2008/layout/LinedList"/>
    <dgm:cxn modelId="{E415AF0A-D142-4CC6-8585-E79803055DB4}" type="presParOf" srcId="{6F5BB498-84C3-4122-8C5E-B18F4640D782}" destId="{A75B2040-281B-495C-8856-D048B3219161}" srcOrd="2" destOrd="0" presId="urn:microsoft.com/office/officeart/2008/layout/LinedList"/>
    <dgm:cxn modelId="{C83251C3-C426-4DEE-8F0C-8FD46D665F6F}" type="presParOf" srcId="{6F5BB498-84C3-4122-8C5E-B18F4640D782}" destId="{9E56783D-A491-4BD1-AA2A-0CFDA41EBBD4}" srcOrd="3" destOrd="0" presId="urn:microsoft.com/office/officeart/2008/layout/LinedList"/>
    <dgm:cxn modelId="{F2BB35AF-0858-4131-B844-6F5E3323543C}" type="presParOf" srcId="{6F5BB498-84C3-4122-8C5E-B18F4640D782}" destId="{2378CD3D-895A-4A02-AC78-0FEDFE57D40B}" srcOrd="4" destOrd="0" presId="urn:microsoft.com/office/officeart/2008/layout/LinedList"/>
    <dgm:cxn modelId="{98DB91C9-407E-442A-AFAD-B6A0FD3506E7}" type="presParOf" srcId="{2378CD3D-895A-4A02-AC78-0FEDFE57D40B}" destId="{89577D7A-AEFF-4C6E-88FB-F0F92818F810}" srcOrd="0" destOrd="0" presId="urn:microsoft.com/office/officeart/2008/layout/LinedList"/>
    <dgm:cxn modelId="{B89DC10B-3030-4B1C-B516-A2A860916179}" type="presParOf" srcId="{2378CD3D-895A-4A02-AC78-0FEDFE57D40B}" destId="{4A0B7713-013C-46DF-8F45-356E9430317D}" srcOrd="1" destOrd="0" presId="urn:microsoft.com/office/officeart/2008/layout/LinedList"/>
    <dgm:cxn modelId="{0B7AE4A7-7008-4DF0-B96A-2211F98A71E5}" type="presParOf" srcId="{2378CD3D-895A-4A02-AC78-0FEDFE57D40B}" destId="{75A487FB-D4E8-4AA1-A18E-51F71D5355D7}" srcOrd="2" destOrd="0" presId="urn:microsoft.com/office/officeart/2008/layout/LinedList"/>
    <dgm:cxn modelId="{7AC108BB-84D1-4088-987D-EEF88254CA3C}" type="presParOf" srcId="{6F5BB498-84C3-4122-8C5E-B18F4640D782}" destId="{C254C852-B020-49F4-B364-EFD6C295A0F9}" srcOrd="5" destOrd="0" presId="urn:microsoft.com/office/officeart/2008/layout/LinedList"/>
    <dgm:cxn modelId="{44490FA3-9615-4D99-9DCE-7187EBBD0C0A}" type="presParOf" srcId="{6F5BB498-84C3-4122-8C5E-B18F4640D782}" destId="{4DA3B005-46D4-47D5-B28D-4FE38F1CA5DF}" srcOrd="6" destOrd="0" presId="urn:microsoft.com/office/officeart/2008/layout/LinedList"/>
    <dgm:cxn modelId="{15A4AD9B-9D9F-4622-9ACC-9E9A439E3C15}" type="presParOf" srcId="{6F5BB498-84C3-4122-8C5E-B18F4640D782}" destId="{813057ED-F2BE-4FB0-9E22-BB687E2FE09C}" srcOrd="7" destOrd="0" presId="urn:microsoft.com/office/officeart/2008/layout/LinedList"/>
    <dgm:cxn modelId="{4992A60B-7510-4339-89EA-D03ED657F79D}" type="presParOf" srcId="{813057ED-F2BE-4FB0-9E22-BB687E2FE09C}" destId="{28175BC1-530F-45A5-B281-44B93897275B}" srcOrd="0" destOrd="0" presId="urn:microsoft.com/office/officeart/2008/layout/LinedList"/>
    <dgm:cxn modelId="{CB8AAF59-0585-42EC-9F0A-C002DE39F238}" type="presParOf" srcId="{813057ED-F2BE-4FB0-9E22-BB687E2FE09C}" destId="{A5EA571E-4188-481C-A5F3-DC2548D4566C}" srcOrd="1" destOrd="0" presId="urn:microsoft.com/office/officeart/2008/layout/LinedList"/>
    <dgm:cxn modelId="{8A3FDF45-F506-48F2-81AD-B0D53E01D5FD}" type="presParOf" srcId="{813057ED-F2BE-4FB0-9E22-BB687E2FE09C}" destId="{2E0DD242-917D-4153-B951-C542D8508C73}" srcOrd="2" destOrd="0" presId="urn:microsoft.com/office/officeart/2008/layout/LinedList"/>
    <dgm:cxn modelId="{181F6BE0-8420-44D8-A9F4-361F708D9CF3}" type="presParOf" srcId="{6F5BB498-84C3-4122-8C5E-B18F4640D782}" destId="{41234775-D696-44F8-BD18-B9217F441CA9}" srcOrd="8" destOrd="0" presId="urn:microsoft.com/office/officeart/2008/layout/LinedList"/>
    <dgm:cxn modelId="{403E6D8C-1634-4D69-BBFE-A3B4ACFF78F6}" type="presParOf" srcId="{6F5BB498-84C3-4122-8C5E-B18F4640D782}" destId="{B0E18DF5-AD1A-4AC0-A3EC-3E57E4AA58FD}" srcOrd="9" destOrd="0" presId="urn:microsoft.com/office/officeart/2008/layout/LinedList"/>
    <dgm:cxn modelId="{51857558-A2DC-4F78-AB03-3CA8BA3098DA}" type="presParOf" srcId="{B01241D4-CA1C-47CE-A169-507AC26811B7}" destId="{4388AF08-4667-42B9-AB50-0899311FE2CC}" srcOrd="4" destOrd="0" presId="urn:microsoft.com/office/officeart/2008/layout/LinedList"/>
    <dgm:cxn modelId="{895EDFE4-2470-4511-BF9A-25E67E89A1CE}" type="presParOf" srcId="{B01241D4-CA1C-47CE-A169-507AC26811B7}" destId="{7CF63FC6-C239-4D9C-B86E-45665A6DCF2E}" srcOrd="5" destOrd="0" presId="urn:microsoft.com/office/officeart/2008/layout/LinedList"/>
    <dgm:cxn modelId="{AC15E138-14C3-4ECB-9A05-DB7CEDD8DB96}" type="presParOf" srcId="{7CF63FC6-C239-4D9C-B86E-45665A6DCF2E}" destId="{E1CBB06F-4661-4979-9D95-36C109D20EAA}" srcOrd="0" destOrd="0" presId="urn:microsoft.com/office/officeart/2008/layout/LinedList"/>
    <dgm:cxn modelId="{707B21F9-391B-4E5C-8969-88A26C1EBE7F}" type="presParOf" srcId="{7CF63FC6-C239-4D9C-B86E-45665A6DCF2E}" destId="{851BA06F-9764-4C71-BE1E-D4787EC707D5}" srcOrd="1" destOrd="0" presId="urn:microsoft.com/office/officeart/2008/layout/LinedList"/>
    <dgm:cxn modelId="{CFE14B64-15FC-4F33-809F-BC7EBFE6C7D1}" type="presParOf" srcId="{851BA06F-9764-4C71-BE1E-D4787EC707D5}" destId="{637BC6F1-4F2A-41CF-BE84-3B689205E10E}" srcOrd="0" destOrd="0" presId="urn:microsoft.com/office/officeart/2008/layout/LinedList"/>
    <dgm:cxn modelId="{2C56FC8D-1B57-4E08-8A75-6B3FE647B391}" type="presParOf" srcId="{851BA06F-9764-4C71-BE1E-D4787EC707D5}" destId="{B19E87BE-3AA3-4834-92CD-2BA9B0B5DA91}" srcOrd="1" destOrd="0" presId="urn:microsoft.com/office/officeart/2008/layout/LinedList"/>
    <dgm:cxn modelId="{C8010E34-3D6B-477F-AC97-3F53279AE4E5}" type="presParOf" srcId="{B19E87BE-3AA3-4834-92CD-2BA9B0B5DA91}" destId="{BD048561-AB6A-4EF5-8B74-3689E4DD2E59}" srcOrd="0" destOrd="0" presId="urn:microsoft.com/office/officeart/2008/layout/LinedList"/>
    <dgm:cxn modelId="{648787D4-D51A-453A-816D-244805376AC0}" type="presParOf" srcId="{B19E87BE-3AA3-4834-92CD-2BA9B0B5DA91}" destId="{BA888CA1-7148-4A1B-AA0C-740CF2E05373}" srcOrd="1" destOrd="0" presId="urn:microsoft.com/office/officeart/2008/layout/LinedList"/>
    <dgm:cxn modelId="{79C0B373-66BE-44AB-B600-F9C33F6A2FCD}" type="presParOf" srcId="{B19E87BE-3AA3-4834-92CD-2BA9B0B5DA91}" destId="{2F7D0AB0-EF3D-4155-A693-4E32EA6D2750}" srcOrd="2" destOrd="0" presId="urn:microsoft.com/office/officeart/2008/layout/LinedList"/>
    <dgm:cxn modelId="{18640CA0-9973-4FA3-830A-374C838B919C}" type="presParOf" srcId="{851BA06F-9764-4C71-BE1E-D4787EC707D5}" destId="{524B82D0-16C5-4E33-BD52-A00BE7B00B53}" srcOrd="2" destOrd="0" presId="urn:microsoft.com/office/officeart/2008/layout/LinedList"/>
    <dgm:cxn modelId="{FFDA5277-433F-4163-A29E-A299A2503C87}" type="presParOf" srcId="{851BA06F-9764-4C71-BE1E-D4787EC707D5}" destId="{6F39D97E-4B1F-457A-88BF-6A27C86725A4}" srcOrd="3" destOrd="0" presId="urn:microsoft.com/office/officeart/2008/layout/LinedList"/>
    <dgm:cxn modelId="{B204EF7A-C526-4D9D-88BA-D79D685F5D21}" type="presParOf" srcId="{851BA06F-9764-4C71-BE1E-D4787EC707D5}" destId="{9D537B8E-BAD7-472F-AD1A-5D095CF0A75B}" srcOrd="4" destOrd="0" presId="urn:microsoft.com/office/officeart/2008/layout/LinedList"/>
    <dgm:cxn modelId="{B345A351-7E0C-4163-AB7A-4B5A24799059}" type="presParOf" srcId="{9D537B8E-BAD7-472F-AD1A-5D095CF0A75B}" destId="{EED6F738-5FDB-42C8-B356-9DFDC5518C96}" srcOrd="0" destOrd="0" presId="urn:microsoft.com/office/officeart/2008/layout/LinedList"/>
    <dgm:cxn modelId="{8039D622-2E57-4B8A-9951-98AC6694998C}" type="presParOf" srcId="{9D537B8E-BAD7-472F-AD1A-5D095CF0A75B}" destId="{84094E26-9FE3-4BAC-989C-A8790471D6AA}" srcOrd="1" destOrd="0" presId="urn:microsoft.com/office/officeart/2008/layout/LinedList"/>
    <dgm:cxn modelId="{F3C9994E-CBC1-45BB-BCC9-07A71C0C8834}" type="presParOf" srcId="{9D537B8E-BAD7-472F-AD1A-5D095CF0A75B}" destId="{2834AE69-43DF-41E1-B99E-E8DB1ABE4E57}" srcOrd="2" destOrd="0" presId="urn:microsoft.com/office/officeart/2008/layout/LinedList"/>
    <dgm:cxn modelId="{005D6FA5-A9A3-4BFC-A10E-AA8BB15C39EA}" type="presParOf" srcId="{851BA06F-9764-4C71-BE1E-D4787EC707D5}" destId="{CD5C2BDE-E274-4752-BD9C-EEA2B375EC8E}" srcOrd="5" destOrd="0" presId="urn:microsoft.com/office/officeart/2008/layout/LinedList"/>
    <dgm:cxn modelId="{81B28219-A119-4ADF-999B-3D54B5FE912D}" type="presParOf" srcId="{851BA06F-9764-4C71-BE1E-D4787EC707D5}" destId="{79FF7B42-24A8-4D5E-BD25-278F198B8945}" srcOrd="6" destOrd="0" presId="urn:microsoft.com/office/officeart/2008/layout/LinedList"/>
    <dgm:cxn modelId="{49D70A4E-7B32-4C37-8E94-1E75879CCDB3}" type="presParOf" srcId="{851BA06F-9764-4C71-BE1E-D4787EC707D5}" destId="{EA2CE2B2-08F6-4B41-B327-83F54CF195D7}" srcOrd="7" destOrd="0" presId="urn:microsoft.com/office/officeart/2008/layout/LinedList"/>
    <dgm:cxn modelId="{B1D665BB-53FC-4ADC-91C8-0C0B7593C862}" type="presParOf" srcId="{EA2CE2B2-08F6-4B41-B327-83F54CF195D7}" destId="{4BEBE6F7-8DE2-400C-A867-8E79606CB345}" srcOrd="0" destOrd="0" presId="urn:microsoft.com/office/officeart/2008/layout/LinedList"/>
    <dgm:cxn modelId="{3F1251D6-A9E6-4E1B-9FB9-B22638EFD0EA}" type="presParOf" srcId="{EA2CE2B2-08F6-4B41-B327-83F54CF195D7}" destId="{EBDF78CD-56B7-49EA-86A6-7451C06F6A94}" srcOrd="1" destOrd="0" presId="urn:microsoft.com/office/officeart/2008/layout/LinedList"/>
    <dgm:cxn modelId="{BFBDB830-6548-47A5-B854-380BE1346B81}" type="presParOf" srcId="{EA2CE2B2-08F6-4B41-B327-83F54CF195D7}" destId="{FCE9595E-916A-4110-9E4D-98F69011A27F}" srcOrd="2" destOrd="0" presId="urn:microsoft.com/office/officeart/2008/layout/LinedList"/>
    <dgm:cxn modelId="{C22012D1-53B9-4E4C-8877-1861A1B3133A}" type="presParOf" srcId="{851BA06F-9764-4C71-BE1E-D4787EC707D5}" destId="{AC3B818E-E3B8-4D21-9369-5DCE70222AD7}" srcOrd="8" destOrd="0" presId="urn:microsoft.com/office/officeart/2008/layout/LinedList"/>
    <dgm:cxn modelId="{4B9CE4ED-7835-4075-9F0E-1915C43417E9}" type="presParOf" srcId="{851BA06F-9764-4C71-BE1E-D4787EC707D5}" destId="{A0D991B9-827F-4584-B81B-A45BE607D30A}" srcOrd="9" destOrd="0" presId="urn:microsoft.com/office/officeart/2008/layout/LinedList"/>
    <dgm:cxn modelId="{EF7E87FC-8A84-4155-9B67-8006412B5C84}" type="presParOf" srcId="{B01241D4-CA1C-47CE-A169-507AC26811B7}" destId="{6C1509D9-D809-42BA-9235-406DE9E6C765}" srcOrd="6" destOrd="0" presId="urn:microsoft.com/office/officeart/2008/layout/LinedList"/>
    <dgm:cxn modelId="{D4D46222-5B27-48D0-A424-257A7B2A1D1B}" type="presParOf" srcId="{B01241D4-CA1C-47CE-A169-507AC26811B7}" destId="{6E36B1CA-98B7-480F-89CC-1EAEA21D47F9}" srcOrd="7" destOrd="0" presId="urn:microsoft.com/office/officeart/2008/layout/LinedList"/>
    <dgm:cxn modelId="{3F6E7679-13B9-4DFF-A38F-FE8DC1E7DE1A}" type="presParOf" srcId="{6E36B1CA-98B7-480F-89CC-1EAEA21D47F9}" destId="{491F9415-867F-4BD0-99D7-3A83AD465B3F}" srcOrd="0" destOrd="0" presId="urn:microsoft.com/office/officeart/2008/layout/LinedList"/>
    <dgm:cxn modelId="{CD5EC85D-3180-452F-8170-BEC31508C506}" type="presParOf" srcId="{6E36B1CA-98B7-480F-89CC-1EAEA21D47F9}" destId="{63DDE8B4-EEDD-454C-B2E6-C5E875C76583}" srcOrd="1" destOrd="0" presId="urn:microsoft.com/office/officeart/2008/layout/LinedList"/>
    <dgm:cxn modelId="{79B9D640-FFCB-400A-BEDD-E4DE1D4B73C5}" type="presParOf" srcId="{63DDE8B4-EEDD-454C-B2E6-C5E875C76583}" destId="{34C5BD20-DBDB-48BE-8138-20D1586F8F8C}" srcOrd="0" destOrd="0" presId="urn:microsoft.com/office/officeart/2008/layout/LinedList"/>
    <dgm:cxn modelId="{12FC85F0-7D49-4D21-9735-B1A2EFACD5BA}" type="presParOf" srcId="{63DDE8B4-EEDD-454C-B2E6-C5E875C76583}" destId="{AE2CF43B-77C8-4EC9-8494-CC29FC9291F9}" srcOrd="1" destOrd="0" presId="urn:microsoft.com/office/officeart/2008/layout/LinedList"/>
    <dgm:cxn modelId="{8EF122BB-701F-4B43-8667-288126BD29D1}" type="presParOf" srcId="{AE2CF43B-77C8-4EC9-8494-CC29FC9291F9}" destId="{97C43708-D1C3-44D5-AE99-E6ED109597AB}" srcOrd="0" destOrd="0" presId="urn:microsoft.com/office/officeart/2008/layout/LinedList"/>
    <dgm:cxn modelId="{52EBACF1-601C-4F0D-A07D-A5D2FBAD4DE2}" type="presParOf" srcId="{AE2CF43B-77C8-4EC9-8494-CC29FC9291F9}" destId="{C09C1717-D335-4E99-8A60-D660661FC648}" srcOrd="1" destOrd="0" presId="urn:microsoft.com/office/officeart/2008/layout/LinedList"/>
    <dgm:cxn modelId="{8447D3F6-B837-48BD-B4DD-95D9A8262115}" type="presParOf" srcId="{AE2CF43B-77C8-4EC9-8494-CC29FC9291F9}" destId="{DB1F9D04-E83F-4116-8AF2-448DE3B41ACE}" srcOrd="2" destOrd="0" presId="urn:microsoft.com/office/officeart/2008/layout/LinedList"/>
    <dgm:cxn modelId="{F5853615-617B-431A-92A5-F96EE02D9492}" type="presParOf" srcId="{63DDE8B4-EEDD-454C-B2E6-C5E875C76583}" destId="{4E579CF8-60B5-4BDB-AAA1-41F1514B8969}" srcOrd="2" destOrd="0" presId="urn:microsoft.com/office/officeart/2008/layout/LinedList"/>
    <dgm:cxn modelId="{26F9EC21-289A-432F-A4B0-582400340BDA}" type="presParOf" srcId="{63DDE8B4-EEDD-454C-B2E6-C5E875C76583}" destId="{81E53669-1E96-4E4E-A837-AE38E294E36A}" srcOrd="3" destOrd="0" presId="urn:microsoft.com/office/officeart/2008/layout/LinedList"/>
    <dgm:cxn modelId="{EC032A5A-324A-40D8-8B6F-439A571FB5F8}" type="presParOf" srcId="{63DDE8B4-EEDD-454C-B2E6-C5E875C76583}" destId="{2B7ECE5C-7C9B-45CB-A633-2BB252134996}" srcOrd="4" destOrd="0" presId="urn:microsoft.com/office/officeart/2008/layout/LinedList"/>
    <dgm:cxn modelId="{CBCA2DC2-E378-4A08-B86C-36FAD2A160E2}" type="presParOf" srcId="{2B7ECE5C-7C9B-45CB-A633-2BB252134996}" destId="{1591D3B0-3E1B-41BA-B263-11479A261192}" srcOrd="0" destOrd="0" presId="urn:microsoft.com/office/officeart/2008/layout/LinedList"/>
    <dgm:cxn modelId="{6579930E-9730-4164-82D9-336208B7CDA3}" type="presParOf" srcId="{2B7ECE5C-7C9B-45CB-A633-2BB252134996}" destId="{859FD97D-3070-4ED2-9111-7E7128C5C7EC}" srcOrd="1" destOrd="0" presId="urn:microsoft.com/office/officeart/2008/layout/LinedList"/>
    <dgm:cxn modelId="{95E9968C-65AF-4275-8511-327718D8ADB7}" type="presParOf" srcId="{2B7ECE5C-7C9B-45CB-A633-2BB252134996}" destId="{362A5226-E79A-4F05-9B0F-7B34AD36286D}" srcOrd="2" destOrd="0" presId="urn:microsoft.com/office/officeart/2008/layout/LinedList"/>
    <dgm:cxn modelId="{1AF71D97-77A1-4320-A40F-B08E2E43E8FB}" type="presParOf" srcId="{63DDE8B4-EEDD-454C-B2E6-C5E875C76583}" destId="{E6C16D94-7E7D-46F3-B50D-5D230261458F}" srcOrd="5" destOrd="0" presId="urn:microsoft.com/office/officeart/2008/layout/LinedList"/>
    <dgm:cxn modelId="{434AE412-6DF9-429A-AE73-CD7E17EE9D7A}" type="presParOf" srcId="{63DDE8B4-EEDD-454C-B2E6-C5E875C76583}" destId="{D2A2F970-2E39-48FF-93E1-CAD57B8C01F1}" srcOrd="6" destOrd="0" presId="urn:microsoft.com/office/officeart/2008/layout/LinedList"/>
    <dgm:cxn modelId="{5AD5BADA-ACE8-435E-B22F-EE1A243336A2}" type="presParOf" srcId="{B01241D4-CA1C-47CE-A169-507AC26811B7}" destId="{E00992A5-CCD1-4095-8A15-5A1027DDB0AD}" srcOrd="8" destOrd="0" presId="urn:microsoft.com/office/officeart/2008/layout/LinedList"/>
    <dgm:cxn modelId="{4C6F347B-C5EC-4280-AE8F-BF3481288A23}" type="presParOf" srcId="{B01241D4-CA1C-47CE-A169-507AC26811B7}" destId="{FB1BA7FF-445B-40F6-BB3F-0EAC5910DAD1}" srcOrd="9" destOrd="0" presId="urn:microsoft.com/office/officeart/2008/layout/LinedList"/>
    <dgm:cxn modelId="{EE6158B5-1329-4A30-9C47-B8920B3EB740}" type="presParOf" srcId="{FB1BA7FF-445B-40F6-BB3F-0EAC5910DAD1}" destId="{5165AAFE-EADC-4D1F-B076-A02FD786FC0C}" srcOrd="0" destOrd="0" presId="urn:microsoft.com/office/officeart/2008/layout/LinedList"/>
    <dgm:cxn modelId="{A85E6DF9-F0EB-441C-BD8C-6AD8BDB37F88}" type="presParOf" srcId="{FB1BA7FF-445B-40F6-BB3F-0EAC5910DAD1}" destId="{48ED326C-D5B6-424E-B52E-419485068260}" srcOrd="1" destOrd="0" presId="urn:microsoft.com/office/officeart/2008/layout/LinedList"/>
    <dgm:cxn modelId="{8507F2D6-AD22-4AAA-A7B1-6A4C6603664E}" type="presParOf" srcId="{48ED326C-D5B6-424E-B52E-419485068260}" destId="{833FBEA0-FA4F-4175-9FFC-B58F24AC9069}" srcOrd="0" destOrd="0" presId="urn:microsoft.com/office/officeart/2008/layout/LinedList"/>
    <dgm:cxn modelId="{D7F1533C-A75E-4DF8-B4DA-2C65DACBAF8C}" type="presParOf" srcId="{48ED326C-D5B6-424E-B52E-419485068260}" destId="{2C8E0D83-C456-4553-987D-BB0EAB0D7AA0}" srcOrd="1" destOrd="0" presId="urn:microsoft.com/office/officeart/2008/layout/LinedList"/>
    <dgm:cxn modelId="{AB4CFECF-C2B5-41DD-8EC7-2711CC498831}" type="presParOf" srcId="{2C8E0D83-C456-4553-987D-BB0EAB0D7AA0}" destId="{D9D9A4A0-ADD3-4958-AA0E-EAE7E6BE215F}" srcOrd="0" destOrd="0" presId="urn:microsoft.com/office/officeart/2008/layout/LinedList"/>
    <dgm:cxn modelId="{69DC5A75-229D-49B5-BDA8-44E7038AA6BF}" type="presParOf" srcId="{2C8E0D83-C456-4553-987D-BB0EAB0D7AA0}" destId="{CA2D5F4D-58CD-4C34-B2AF-4122E57A20BC}" srcOrd="1" destOrd="0" presId="urn:microsoft.com/office/officeart/2008/layout/LinedList"/>
    <dgm:cxn modelId="{37107C9F-5212-41BB-B399-1B7CF968153B}" type="presParOf" srcId="{2C8E0D83-C456-4553-987D-BB0EAB0D7AA0}" destId="{47232DA8-514E-4173-A1BA-9B1903632354}" srcOrd="2" destOrd="0" presId="urn:microsoft.com/office/officeart/2008/layout/LinedList"/>
    <dgm:cxn modelId="{BF897455-EF18-42BB-A158-9B7F0474F2F0}" type="presParOf" srcId="{48ED326C-D5B6-424E-B52E-419485068260}" destId="{5EAB3126-C007-4AFD-8511-800DD1184208}" srcOrd="2" destOrd="0" presId="urn:microsoft.com/office/officeart/2008/layout/LinedList"/>
    <dgm:cxn modelId="{91CF2304-0789-42DF-9588-64F4726D3DF9}" type="presParOf" srcId="{48ED326C-D5B6-424E-B52E-419485068260}" destId="{886B56B9-2C22-4B05-8459-939F5EF679D5}" srcOrd="3" destOrd="0" presId="urn:microsoft.com/office/officeart/2008/layout/LinedList"/>
    <dgm:cxn modelId="{B780D8A6-6F3D-4E7B-A4EC-F4EE71EF654A}" type="presParOf" srcId="{48ED326C-D5B6-424E-B52E-419485068260}" destId="{10B3F16F-2F8B-46E1-8340-2C1F7C4963EC}" srcOrd="4" destOrd="0" presId="urn:microsoft.com/office/officeart/2008/layout/LinedList"/>
    <dgm:cxn modelId="{4F1B02B0-A0C9-4796-A8C8-EA8B22FBD73B}" type="presParOf" srcId="{10B3F16F-2F8B-46E1-8340-2C1F7C4963EC}" destId="{A1E2EDE8-4E21-4B20-9E06-792204D9DF50}" srcOrd="0" destOrd="0" presId="urn:microsoft.com/office/officeart/2008/layout/LinedList"/>
    <dgm:cxn modelId="{D59742A3-76D7-4839-AFAA-504B8DF209DF}" type="presParOf" srcId="{10B3F16F-2F8B-46E1-8340-2C1F7C4963EC}" destId="{3919AE93-F771-46E6-A6E2-C32ADEBBD6EF}" srcOrd="1" destOrd="0" presId="urn:microsoft.com/office/officeart/2008/layout/LinedList"/>
    <dgm:cxn modelId="{2C9DC8AD-D9C4-4C52-BC4E-2F16F7EFF50A}" type="presParOf" srcId="{10B3F16F-2F8B-46E1-8340-2C1F7C4963EC}" destId="{82FF27D6-E6E2-465C-A0BA-53D4F1F5E321}" srcOrd="2" destOrd="0" presId="urn:microsoft.com/office/officeart/2008/layout/LinedList"/>
    <dgm:cxn modelId="{D1E184CD-6510-43EB-A710-D915A8846483}" type="presParOf" srcId="{48ED326C-D5B6-424E-B52E-419485068260}" destId="{70E17799-0ABF-471D-A8F4-1D8333C55351}" srcOrd="5" destOrd="0" presId="urn:microsoft.com/office/officeart/2008/layout/LinedList"/>
    <dgm:cxn modelId="{77D2D9A8-EFE8-4CE2-8EA7-5173B752523B}" type="presParOf" srcId="{48ED326C-D5B6-424E-B52E-419485068260}" destId="{5255B4E7-0E4C-4473-9A40-529E58F4B86E}" srcOrd="6" destOrd="0" presId="urn:microsoft.com/office/officeart/2008/layout/LinedList"/>
    <dgm:cxn modelId="{9F301065-E56B-478E-A911-CCDB03793CA0}" type="presParOf" srcId="{48ED326C-D5B6-424E-B52E-419485068260}" destId="{ED8F1B98-F609-43ED-8E2F-0E3E2346CD07}" srcOrd="7" destOrd="0" presId="urn:microsoft.com/office/officeart/2008/layout/LinedList"/>
    <dgm:cxn modelId="{8B4CE5B8-9035-4A6B-98B1-B47022A84949}" type="presParOf" srcId="{ED8F1B98-F609-43ED-8E2F-0E3E2346CD07}" destId="{6731A648-274D-43C5-AFF7-3A06117461D4}" srcOrd="0" destOrd="0" presId="urn:microsoft.com/office/officeart/2008/layout/LinedList"/>
    <dgm:cxn modelId="{EE4F0AB3-189D-4C73-A750-78C6692902A6}" type="presParOf" srcId="{ED8F1B98-F609-43ED-8E2F-0E3E2346CD07}" destId="{777C7E4D-8D07-47E7-84B1-5E61921FB4B2}" srcOrd="1" destOrd="0" presId="urn:microsoft.com/office/officeart/2008/layout/LinedList"/>
    <dgm:cxn modelId="{E88221B5-A526-4593-9A33-5A26CAE80B16}" type="presParOf" srcId="{ED8F1B98-F609-43ED-8E2F-0E3E2346CD07}" destId="{971AEC77-702B-423E-BBF7-E888D232E3B5}" srcOrd="2" destOrd="0" presId="urn:microsoft.com/office/officeart/2008/layout/LinedList"/>
    <dgm:cxn modelId="{66AAB870-2161-4726-81EE-4DC0AB603FB9}" type="presParOf" srcId="{48ED326C-D5B6-424E-B52E-419485068260}" destId="{3F00B9C2-EFB2-4380-A1CD-0A9969E77D09}" srcOrd="8" destOrd="0" presId="urn:microsoft.com/office/officeart/2008/layout/LinedList"/>
    <dgm:cxn modelId="{167A50F8-56FF-4F2A-BEA0-DDC585B1BA00}" type="presParOf" srcId="{48ED326C-D5B6-424E-B52E-419485068260}" destId="{00CFF50A-85AF-4523-9BFC-9CFF6F89F0AA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589A541-4015-4BBC-A4AB-ECD78A708D45}" type="doc">
      <dgm:prSet loTypeId="urn:microsoft.com/office/officeart/2005/8/layout/vList2" loCatId="list" qsTypeId="urn:microsoft.com/office/officeart/2005/8/quickstyle/simple5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EFB0BF2-E41C-4703-A05B-8CCDB926BC7B}">
      <dgm:prSet/>
      <dgm:spPr/>
      <dgm:t>
        <a:bodyPr/>
        <a:lstStyle/>
        <a:p>
          <a:r>
            <a:rPr lang="en-US" b="1"/>
            <a:t>Steady audience growth</a:t>
          </a:r>
          <a:r>
            <a:rPr lang="en-US"/>
            <a:t>, peaking in July (+36 followers)</a:t>
          </a:r>
        </a:p>
      </dgm:t>
    </dgm:pt>
    <dgm:pt modelId="{76470BE5-6813-4B23-8618-60456589BE2F}" type="parTrans" cxnId="{9DB3E4AA-05F0-4586-8191-039B14DCE7FA}">
      <dgm:prSet/>
      <dgm:spPr/>
      <dgm:t>
        <a:bodyPr/>
        <a:lstStyle/>
        <a:p>
          <a:endParaRPr lang="en-US"/>
        </a:p>
      </dgm:t>
    </dgm:pt>
    <dgm:pt modelId="{3C36220E-8D4D-4C9B-B490-9BEC7A60DC47}" type="sibTrans" cxnId="{9DB3E4AA-05F0-4586-8191-039B14DCE7FA}">
      <dgm:prSet/>
      <dgm:spPr/>
      <dgm:t>
        <a:bodyPr/>
        <a:lstStyle/>
        <a:p>
          <a:endParaRPr lang="en-US"/>
        </a:p>
      </dgm:t>
    </dgm:pt>
    <dgm:pt modelId="{A706836A-DA4E-4480-B746-3DB0702524A3}">
      <dgm:prSet/>
      <dgm:spPr/>
      <dgm:t>
        <a:bodyPr/>
        <a:lstStyle/>
        <a:p>
          <a:r>
            <a:rPr lang="en-US" b="1"/>
            <a:t>Impressions surged 13 times</a:t>
          </a:r>
          <a:r>
            <a:rPr lang="en-US"/>
            <a:t>, showing increased reach and visibility</a:t>
          </a:r>
        </a:p>
      </dgm:t>
    </dgm:pt>
    <dgm:pt modelId="{620E1966-3CDB-4D7E-9967-A9B4DE1495CD}" type="parTrans" cxnId="{5CF278AC-416C-4315-A5C7-76BAE367689A}">
      <dgm:prSet/>
      <dgm:spPr/>
      <dgm:t>
        <a:bodyPr/>
        <a:lstStyle/>
        <a:p>
          <a:endParaRPr lang="en-US"/>
        </a:p>
      </dgm:t>
    </dgm:pt>
    <dgm:pt modelId="{EA64F09F-FAC8-4CB0-81BC-BE8DEF4292CE}" type="sibTrans" cxnId="{5CF278AC-416C-4315-A5C7-76BAE367689A}">
      <dgm:prSet/>
      <dgm:spPr/>
      <dgm:t>
        <a:bodyPr/>
        <a:lstStyle/>
        <a:p>
          <a:endParaRPr lang="en-US"/>
        </a:p>
      </dgm:t>
    </dgm:pt>
    <dgm:pt modelId="{147EE2A8-1980-4E77-98C2-03C8E77EDDDD}">
      <dgm:prSet/>
      <dgm:spPr/>
      <dgm:t>
        <a:bodyPr/>
        <a:lstStyle/>
        <a:p>
          <a:r>
            <a:rPr lang="en-US" b="1"/>
            <a:t>High posting frequency drives engagement</a:t>
          </a:r>
          <a:r>
            <a:rPr lang="en-US"/>
            <a:t>; July proves this pattern</a:t>
          </a:r>
        </a:p>
      </dgm:t>
    </dgm:pt>
    <dgm:pt modelId="{AF54AF02-A856-471A-B95D-C9E139935AFF}" type="parTrans" cxnId="{AB070F32-884E-4D11-9C67-FD33EFEA38BB}">
      <dgm:prSet/>
      <dgm:spPr/>
      <dgm:t>
        <a:bodyPr/>
        <a:lstStyle/>
        <a:p>
          <a:endParaRPr lang="en-US"/>
        </a:p>
      </dgm:t>
    </dgm:pt>
    <dgm:pt modelId="{522D0EC1-9EAF-4543-B4BF-D130A13436D4}" type="sibTrans" cxnId="{AB070F32-884E-4D11-9C67-FD33EFEA38BB}">
      <dgm:prSet/>
      <dgm:spPr/>
      <dgm:t>
        <a:bodyPr/>
        <a:lstStyle/>
        <a:p>
          <a:endParaRPr lang="en-US"/>
        </a:p>
      </dgm:t>
    </dgm:pt>
    <dgm:pt modelId="{6A8D1490-1EF1-4F23-90A4-EB7DDA7E6FDA}">
      <dgm:prSet/>
      <dgm:spPr/>
      <dgm:t>
        <a:bodyPr/>
        <a:lstStyle/>
        <a:p>
          <a:r>
            <a:rPr lang="en-US" b="1"/>
            <a:t>Engagement flat despite high reach, </a:t>
          </a:r>
          <a:r>
            <a:rPr lang="en-US"/>
            <a:t>focus on improving content quality and CTAs</a:t>
          </a:r>
        </a:p>
      </dgm:t>
    </dgm:pt>
    <dgm:pt modelId="{186E6A13-6871-4D2F-AD66-2B9B42411D7A}" type="parTrans" cxnId="{F429B75E-3F92-460B-A62D-D1FA2A025940}">
      <dgm:prSet/>
      <dgm:spPr/>
      <dgm:t>
        <a:bodyPr/>
        <a:lstStyle/>
        <a:p>
          <a:endParaRPr lang="en-US"/>
        </a:p>
      </dgm:t>
    </dgm:pt>
    <dgm:pt modelId="{113CFE46-BBA2-4A57-97BD-F6E9F9933255}" type="sibTrans" cxnId="{F429B75E-3F92-460B-A62D-D1FA2A025940}">
      <dgm:prSet/>
      <dgm:spPr/>
      <dgm:t>
        <a:bodyPr/>
        <a:lstStyle/>
        <a:p>
          <a:endParaRPr lang="en-US"/>
        </a:p>
      </dgm:t>
    </dgm:pt>
    <dgm:pt modelId="{B97FF77B-3465-4D26-8EFE-55847AB9DAA3}">
      <dgm:prSet/>
      <dgm:spPr/>
      <dgm:t>
        <a:bodyPr/>
        <a:lstStyle/>
        <a:p>
          <a:r>
            <a:rPr lang="en-US" b="1"/>
            <a:t>Low comments and shares </a:t>
          </a:r>
          <a:r>
            <a:rPr lang="en-US"/>
            <a:t>encourage discussions and community interaction</a:t>
          </a:r>
        </a:p>
      </dgm:t>
    </dgm:pt>
    <dgm:pt modelId="{9DFBBDA8-E146-4620-AF19-2EBAFFEB2131}" type="parTrans" cxnId="{0F141DE9-CFFB-430A-B26C-B5545C791A02}">
      <dgm:prSet/>
      <dgm:spPr/>
      <dgm:t>
        <a:bodyPr/>
        <a:lstStyle/>
        <a:p>
          <a:endParaRPr lang="en-US"/>
        </a:p>
      </dgm:t>
    </dgm:pt>
    <dgm:pt modelId="{9231C143-86ED-4F90-8D46-63EA0027E9DB}" type="sibTrans" cxnId="{0F141DE9-CFFB-430A-B26C-B5545C791A02}">
      <dgm:prSet/>
      <dgm:spPr/>
      <dgm:t>
        <a:bodyPr/>
        <a:lstStyle/>
        <a:p>
          <a:endParaRPr lang="en-US"/>
        </a:p>
      </dgm:t>
    </dgm:pt>
    <dgm:pt modelId="{2A70D931-F10C-4CDA-88AB-053D2ECBCC34}">
      <dgm:prSet/>
      <dgm:spPr/>
      <dgm:t>
        <a:bodyPr/>
        <a:lstStyle/>
        <a:p>
          <a:r>
            <a:rPr lang="en-US" b="1"/>
            <a:t>Key success:</a:t>
          </a:r>
          <a:r>
            <a:rPr lang="en-US"/>
            <a:t> Consistency and creative posting directly fuel growth</a:t>
          </a:r>
        </a:p>
      </dgm:t>
    </dgm:pt>
    <dgm:pt modelId="{6F5C0C00-172E-4C3A-B757-547865C93312}" type="parTrans" cxnId="{2C43B4B1-CB8B-41C8-9495-70856C0B5837}">
      <dgm:prSet/>
      <dgm:spPr/>
      <dgm:t>
        <a:bodyPr/>
        <a:lstStyle/>
        <a:p>
          <a:endParaRPr lang="en-US"/>
        </a:p>
      </dgm:t>
    </dgm:pt>
    <dgm:pt modelId="{C84D5655-ED76-4B0F-9263-730426693AB0}" type="sibTrans" cxnId="{2C43B4B1-CB8B-41C8-9495-70856C0B5837}">
      <dgm:prSet/>
      <dgm:spPr/>
      <dgm:t>
        <a:bodyPr/>
        <a:lstStyle/>
        <a:p>
          <a:endParaRPr lang="en-US"/>
        </a:p>
      </dgm:t>
    </dgm:pt>
    <dgm:pt modelId="{4A891B13-006A-4707-A48C-B08D189B8DCC}">
      <dgm:prSet/>
      <dgm:spPr/>
      <dgm:t>
        <a:bodyPr/>
        <a:lstStyle/>
        <a:p>
          <a:r>
            <a:rPr lang="en-US" b="1"/>
            <a:t>Next step:</a:t>
          </a:r>
          <a:r>
            <a:rPr lang="en-US"/>
            <a:t> Maintain regular posting, strengthen CTAs, and experiment with interactive content to convert visibility into loyal engagement</a:t>
          </a:r>
        </a:p>
      </dgm:t>
    </dgm:pt>
    <dgm:pt modelId="{07969244-DD98-41DD-930E-7FC492E4EBCA}" type="parTrans" cxnId="{7A9EF478-54DC-4843-9BE5-303C4DB98034}">
      <dgm:prSet/>
      <dgm:spPr/>
      <dgm:t>
        <a:bodyPr/>
        <a:lstStyle/>
        <a:p>
          <a:endParaRPr lang="en-US"/>
        </a:p>
      </dgm:t>
    </dgm:pt>
    <dgm:pt modelId="{D30E7929-61D3-4FEF-ADF8-EC4F51AD7BC7}" type="sibTrans" cxnId="{7A9EF478-54DC-4843-9BE5-303C4DB98034}">
      <dgm:prSet/>
      <dgm:spPr/>
      <dgm:t>
        <a:bodyPr/>
        <a:lstStyle/>
        <a:p>
          <a:endParaRPr lang="en-US"/>
        </a:p>
      </dgm:t>
    </dgm:pt>
    <dgm:pt modelId="{5855FE8B-37D2-41C3-97E7-A36D9FA27535}" type="pres">
      <dgm:prSet presAssocID="{2589A541-4015-4BBC-A4AB-ECD78A708D45}" presName="linear" presStyleCnt="0">
        <dgm:presLayoutVars>
          <dgm:animLvl val="lvl"/>
          <dgm:resizeHandles val="exact"/>
        </dgm:presLayoutVars>
      </dgm:prSet>
      <dgm:spPr/>
    </dgm:pt>
    <dgm:pt modelId="{837F499A-D9FA-4172-92C4-03243A3D74BC}" type="pres">
      <dgm:prSet presAssocID="{0EFB0BF2-E41C-4703-A05B-8CCDB926BC7B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6FB765FE-EC2C-4DA1-8B87-0007D9C94F4E}" type="pres">
      <dgm:prSet presAssocID="{3C36220E-8D4D-4C9B-B490-9BEC7A60DC47}" presName="spacer" presStyleCnt="0"/>
      <dgm:spPr/>
    </dgm:pt>
    <dgm:pt modelId="{41016A0B-3B1C-403D-8746-E4B6D01A40A1}" type="pres">
      <dgm:prSet presAssocID="{A706836A-DA4E-4480-B746-3DB0702524A3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4A8E457F-3EEE-44B7-B19F-3AB3B407AD32}" type="pres">
      <dgm:prSet presAssocID="{EA64F09F-FAC8-4CB0-81BC-BE8DEF4292CE}" presName="spacer" presStyleCnt="0"/>
      <dgm:spPr/>
    </dgm:pt>
    <dgm:pt modelId="{BA7E9A92-19F7-4A7B-8093-2F41C5BFF227}" type="pres">
      <dgm:prSet presAssocID="{147EE2A8-1980-4E77-98C2-03C8E77EDDDD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9CA0A315-1948-40CE-B9F9-E8FEE155FC78}" type="pres">
      <dgm:prSet presAssocID="{522D0EC1-9EAF-4543-B4BF-D130A13436D4}" presName="spacer" presStyleCnt="0"/>
      <dgm:spPr/>
    </dgm:pt>
    <dgm:pt modelId="{73AA0187-A760-4D73-AD95-F83153DAE61F}" type="pres">
      <dgm:prSet presAssocID="{6A8D1490-1EF1-4F23-90A4-EB7DDA7E6FDA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44CF7DA0-D143-4402-8B1A-B962F768B581}" type="pres">
      <dgm:prSet presAssocID="{113CFE46-BBA2-4A57-97BD-F6E9F9933255}" presName="spacer" presStyleCnt="0"/>
      <dgm:spPr/>
    </dgm:pt>
    <dgm:pt modelId="{7403A0C2-2BD5-4EDE-A5EB-448C630D0B35}" type="pres">
      <dgm:prSet presAssocID="{B97FF77B-3465-4D26-8EFE-55847AB9DAA3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2345762F-0D69-42E7-A732-43AF2BE358BD}" type="pres">
      <dgm:prSet presAssocID="{9231C143-86ED-4F90-8D46-63EA0027E9DB}" presName="spacer" presStyleCnt="0"/>
      <dgm:spPr/>
    </dgm:pt>
    <dgm:pt modelId="{4C5BFCD6-13B3-4FA1-8294-EDB15D046744}" type="pres">
      <dgm:prSet presAssocID="{2A70D931-F10C-4CDA-88AB-053D2ECBCC3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4ADF0AD6-968D-4EA3-B7CF-DC5EF64818BE}" type="pres">
      <dgm:prSet presAssocID="{C84D5655-ED76-4B0F-9263-730426693AB0}" presName="spacer" presStyleCnt="0"/>
      <dgm:spPr/>
    </dgm:pt>
    <dgm:pt modelId="{8F53755E-F6A8-4668-9314-0B75BC876451}" type="pres">
      <dgm:prSet presAssocID="{4A891B13-006A-4707-A48C-B08D189B8DCC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5A345302-5C2B-45FE-9381-D24F82DABAA6}" type="presOf" srcId="{A706836A-DA4E-4480-B746-3DB0702524A3}" destId="{41016A0B-3B1C-403D-8746-E4B6D01A40A1}" srcOrd="0" destOrd="0" presId="urn:microsoft.com/office/officeart/2005/8/layout/vList2"/>
    <dgm:cxn modelId="{4DAED909-1C03-42A8-8C46-737B610579BC}" type="presOf" srcId="{0EFB0BF2-E41C-4703-A05B-8CCDB926BC7B}" destId="{837F499A-D9FA-4172-92C4-03243A3D74BC}" srcOrd="0" destOrd="0" presId="urn:microsoft.com/office/officeart/2005/8/layout/vList2"/>
    <dgm:cxn modelId="{AB070F32-884E-4D11-9C67-FD33EFEA38BB}" srcId="{2589A541-4015-4BBC-A4AB-ECD78A708D45}" destId="{147EE2A8-1980-4E77-98C2-03C8E77EDDDD}" srcOrd="2" destOrd="0" parTransId="{AF54AF02-A856-471A-B95D-C9E139935AFF}" sibTransId="{522D0EC1-9EAF-4543-B4BF-D130A13436D4}"/>
    <dgm:cxn modelId="{F429B75E-3F92-460B-A62D-D1FA2A025940}" srcId="{2589A541-4015-4BBC-A4AB-ECD78A708D45}" destId="{6A8D1490-1EF1-4F23-90A4-EB7DDA7E6FDA}" srcOrd="3" destOrd="0" parTransId="{186E6A13-6871-4D2F-AD66-2B9B42411D7A}" sibTransId="{113CFE46-BBA2-4A57-97BD-F6E9F9933255}"/>
    <dgm:cxn modelId="{826A656F-B148-4B0D-8D5B-9F7731A76D49}" type="presOf" srcId="{2589A541-4015-4BBC-A4AB-ECD78A708D45}" destId="{5855FE8B-37D2-41C3-97E7-A36D9FA27535}" srcOrd="0" destOrd="0" presId="urn:microsoft.com/office/officeart/2005/8/layout/vList2"/>
    <dgm:cxn modelId="{7A9EF478-54DC-4843-9BE5-303C4DB98034}" srcId="{2589A541-4015-4BBC-A4AB-ECD78A708D45}" destId="{4A891B13-006A-4707-A48C-B08D189B8DCC}" srcOrd="6" destOrd="0" parTransId="{07969244-DD98-41DD-930E-7FC492E4EBCA}" sibTransId="{D30E7929-61D3-4FEF-ADF8-EC4F51AD7BC7}"/>
    <dgm:cxn modelId="{D03C4E9A-7445-429C-9092-1C1AB4328911}" type="presOf" srcId="{4A891B13-006A-4707-A48C-B08D189B8DCC}" destId="{8F53755E-F6A8-4668-9314-0B75BC876451}" srcOrd="0" destOrd="0" presId="urn:microsoft.com/office/officeart/2005/8/layout/vList2"/>
    <dgm:cxn modelId="{9DB3E4AA-05F0-4586-8191-039B14DCE7FA}" srcId="{2589A541-4015-4BBC-A4AB-ECD78A708D45}" destId="{0EFB0BF2-E41C-4703-A05B-8CCDB926BC7B}" srcOrd="0" destOrd="0" parTransId="{76470BE5-6813-4B23-8618-60456589BE2F}" sibTransId="{3C36220E-8D4D-4C9B-B490-9BEC7A60DC47}"/>
    <dgm:cxn modelId="{5CF278AC-416C-4315-A5C7-76BAE367689A}" srcId="{2589A541-4015-4BBC-A4AB-ECD78A708D45}" destId="{A706836A-DA4E-4480-B746-3DB0702524A3}" srcOrd="1" destOrd="0" parTransId="{620E1966-3CDB-4D7E-9967-A9B4DE1495CD}" sibTransId="{EA64F09F-FAC8-4CB0-81BC-BE8DEF4292CE}"/>
    <dgm:cxn modelId="{2C43B4B1-CB8B-41C8-9495-70856C0B5837}" srcId="{2589A541-4015-4BBC-A4AB-ECD78A708D45}" destId="{2A70D931-F10C-4CDA-88AB-053D2ECBCC34}" srcOrd="5" destOrd="0" parTransId="{6F5C0C00-172E-4C3A-B757-547865C93312}" sibTransId="{C84D5655-ED76-4B0F-9263-730426693AB0}"/>
    <dgm:cxn modelId="{A84F5BBE-5C98-4474-956C-EE7A75E8385A}" type="presOf" srcId="{6A8D1490-1EF1-4F23-90A4-EB7DDA7E6FDA}" destId="{73AA0187-A760-4D73-AD95-F83153DAE61F}" srcOrd="0" destOrd="0" presId="urn:microsoft.com/office/officeart/2005/8/layout/vList2"/>
    <dgm:cxn modelId="{ECAE5FC8-53D4-4A58-B9D4-033E7D4EF25B}" type="presOf" srcId="{B97FF77B-3465-4D26-8EFE-55847AB9DAA3}" destId="{7403A0C2-2BD5-4EDE-A5EB-448C630D0B35}" srcOrd="0" destOrd="0" presId="urn:microsoft.com/office/officeart/2005/8/layout/vList2"/>
    <dgm:cxn modelId="{3D3441DF-8642-47DA-99E7-E8C8D5784162}" type="presOf" srcId="{2A70D931-F10C-4CDA-88AB-053D2ECBCC34}" destId="{4C5BFCD6-13B3-4FA1-8294-EDB15D046744}" srcOrd="0" destOrd="0" presId="urn:microsoft.com/office/officeart/2005/8/layout/vList2"/>
    <dgm:cxn modelId="{0F141DE9-CFFB-430A-B26C-B5545C791A02}" srcId="{2589A541-4015-4BBC-A4AB-ECD78A708D45}" destId="{B97FF77B-3465-4D26-8EFE-55847AB9DAA3}" srcOrd="4" destOrd="0" parTransId="{9DFBBDA8-E146-4620-AF19-2EBAFFEB2131}" sibTransId="{9231C143-86ED-4F90-8D46-63EA0027E9DB}"/>
    <dgm:cxn modelId="{F992FBEA-2150-4006-97CD-EF570DAA3613}" type="presOf" srcId="{147EE2A8-1980-4E77-98C2-03C8E77EDDDD}" destId="{BA7E9A92-19F7-4A7B-8093-2F41C5BFF227}" srcOrd="0" destOrd="0" presId="urn:microsoft.com/office/officeart/2005/8/layout/vList2"/>
    <dgm:cxn modelId="{4C6B8D2E-10B6-42E7-8E33-B899DB48522F}" type="presParOf" srcId="{5855FE8B-37D2-41C3-97E7-A36D9FA27535}" destId="{837F499A-D9FA-4172-92C4-03243A3D74BC}" srcOrd="0" destOrd="0" presId="urn:microsoft.com/office/officeart/2005/8/layout/vList2"/>
    <dgm:cxn modelId="{66467F11-9BE3-4468-88A3-677704EFB6BE}" type="presParOf" srcId="{5855FE8B-37D2-41C3-97E7-A36D9FA27535}" destId="{6FB765FE-EC2C-4DA1-8B87-0007D9C94F4E}" srcOrd="1" destOrd="0" presId="urn:microsoft.com/office/officeart/2005/8/layout/vList2"/>
    <dgm:cxn modelId="{92407EE9-F348-4406-8FFA-9352AC770172}" type="presParOf" srcId="{5855FE8B-37D2-41C3-97E7-A36D9FA27535}" destId="{41016A0B-3B1C-403D-8746-E4B6D01A40A1}" srcOrd="2" destOrd="0" presId="urn:microsoft.com/office/officeart/2005/8/layout/vList2"/>
    <dgm:cxn modelId="{6638A803-9DDE-406A-A614-7CC4BDF213AF}" type="presParOf" srcId="{5855FE8B-37D2-41C3-97E7-A36D9FA27535}" destId="{4A8E457F-3EEE-44B7-B19F-3AB3B407AD32}" srcOrd="3" destOrd="0" presId="urn:microsoft.com/office/officeart/2005/8/layout/vList2"/>
    <dgm:cxn modelId="{4D19AFE7-2E0C-4A58-8A90-9F34EEBDA696}" type="presParOf" srcId="{5855FE8B-37D2-41C3-97E7-A36D9FA27535}" destId="{BA7E9A92-19F7-4A7B-8093-2F41C5BFF227}" srcOrd="4" destOrd="0" presId="urn:microsoft.com/office/officeart/2005/8/layout/vList2"/>
    <dgm:cxn modelId="{D69ADB7A-186F-488D-9270-035434F48CE3}" type="presParOf" srcId="{5855FE8B-37D2-41C3-97E7-A36D9FA27535}" destId="{9CA0A315-1948-40CE-B9F9-E8FEE155FC78}" srcOrd="5" destOrd="0" presId="urn:microsoft.com/office/officeart/2005/8/layout/vList2"/>
    <dgm:cxn modelId="{43F0E6C7-9501-484B-AD05-83F7EF4EF22B}" type="presParOf" srcId="{5855FE8B-37D2-41C3-97E7-A36D9FA27535}" destId="{73AA0187-A760-4D73-AD95-F83153DAE61F}" srcOrd="6" destOrd="0" presId="urn:microsoft.com/office/officeart/2005/8/layout/vList2"/>
    <dgm:cxn modelId="{EA699530-AD66-4965-8104-DE48CA4FAA90}" type="presParOf" srcId="{5855FE8B-37D2-41C3-97E7-A36D9FA27535}" destId="{44CF7DA0-D143-4402-8B1A-B962F768B581}" srcOrd="7" destOrd="0" presId="urn:microsoft.com/office/officeart/2005/8/layout/vList2"/>
    <dgm:cxn modelId="{8366841F-98BC-41F5-A78F-77C44E85218B}" type="presParOf" srcId="{5855FE8B-37D2-41C3-97E7-A36D9FA27535}" destId="{7403A0C2-2BD5-4EDE-A5EB-448C630D0B35}" srcOrd="8" destOrd="0" presId="urn:microsoft.com/office/officeart/2005/8/layout/vList2"/>
    <dgm:cxn modelId="{9BF61706-972E-4BC3-AE94-D52EC5B72526}" type="presParOf" srcId="{5855FE8B-37D2-41C3-97E7-A36D9FA27535}" destId="{2345762F-0D69-42E7-A732-43AF2BE358BD}" srcOrd="9" destOrd="0" presId="urn:microsoft.com/office/officeart/2005/8/layout/vList2"/>
    <dgm:cxn modelId="{73475B8B-8E2B-4303-9D15-93EE7D9BDD50}" type="presParOf" srcId="{5855FE8B-37D2-41C3-97E7-A36D9FA27535}" destId="{4C5BFCD6-13B3-4FA1-8294-EDB15D046744}" srcOrd="10" destOrd="0" presId="urn:microsoft.com/office/officeart/2005/8/layout/vList2"/>
    <dgm:cxn modelId="{662E706C-D5A2-4658-BF15-BA5CDF2D23FD}" type="presParOf" srcId="{5855FE8B-37D2-41C3-97E7-A36D9FA27535}" destId="{4ADF0AD6-968D-4EA3-B7CF-DC5EF64818BE}" srcOrd="11" destOrd="0" presId="urn:microsoft.com/office/officeart/2005/8/layout/vList2"/>
    <dgm:cxn modelId="{5EBFA1F0-86C3-4F69-9F9A-8479D5FB059D}" type="presParOf" srcId="{5855FE8B-37D2-41C3-97E7-A36D9FA27535}" destId="{8F53755E-F6A8-4668-9314-0B75BC876451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3A5438-8CA2-49C5-AC27-734A89F8AF37}">
      <dsp:nvSpPr>
        <dsp:cNvPr id="0" name=""/>
        <dsp:cNvSpPr/>
      </dsp:nvSpPr>
      <dsp:spPr>
        <a:xfrm>
          <a:off x="0" y="63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DC5733-6213-4ACD-8A69-52A0B163AB63}">
      <dsp:nvSpPr>
        <dsp:cNvPr id="0" name=""/>
        <dsp:cNvSpPr/>
      </dsp:nvSpPr>
      <dsp:spPr>
        <a:xfrm>
          <a:off x="0" y="637"/>
          <a:ext cx="2103120" cy="104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Audience Growth:</a:t>
          </a:r>
          <a:endParaRPr lang="en-US" sz="1600" kern="1200"/>
        </a:p>
      </dsp:txBody>
      <dsp:txXfrm>
        <a:off x="0" y="637"/>
        <a:ext cx="2103120" cy="1044129"/>
      </dsp:txXfrm>
    </dsp:sp>
    <dsp:sp modelId="{B9E4E407-CA2E-455E-A026-0A63CF58B551}">
      <dsp:nvSpPr>
        <dsp:cNvPr id="0" name=""/>
        <dsp:cNvSpPr/>
      </dsp:nvSpPr>
      <dsp:spPr>
        <a:xfrm>
          <a:off x="2260854" y="16951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page’s audience grew steadily from June to October</a:t>
          </a:r>
        </a:p>
      </dsp:txBody>
      <dsp:txXfrm>
        <a:off x="2260854" y="16951"/>
        <a:ext cx="8254746" cy="326290"/>
      </dsp:txXfrm>
    </dsp:sp>
    <dsp:sp modelId="{30869E78-36DA-40C4-B3F3-31E4D8DC1DA3}">
      <dsp:nvSpPr>
        <dsp:cNvPr id="0" name=""/>
        <dsp:cNvSpPr/>
      </dsp:nvSpPr>
      <dsp:spPr>
        <a:xfrm>
          <a:off x="2103120" y="34324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15A8B4-7A90-4B62-A125-1AABAFF88D08}">
      <dsp:nvSpPr>
        <dsp:cNvPr id="0" name=""/>
        <dsp:cNvSpPr/>
      </dsp:nvSpPr>
      <dsp:spPr>
        <a:xfrm>
          <a:off x="2260854" y="359556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shows that more people are discovering and following our page each month</a:t>
          </a:r>
        </a:p>
      </dsp:txBody>
      <dsp:txXfrm>
        <a:off x="2260854" y="359556"/>
        <a:ext cx="8254746" cy="326290"/>
      </dsp:txXfrm>
    </dsp:sp>
    <dsp:sp modelId="{064086FF-9FFF-4673-847E-9245D82E12F5}">
      <dsp:nvSpPr>
        <dsp:cNvPr id="0" name=""/>
        <dsp:cNvSpPr/>
      </dsp:nvSpPr>
      <dsp:spPr>
        <a:xfrm>
          <a:off x="2103120" y="68584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FEF02E-F747-457C-B4AF-835DFD455A88}">
      <dsp:nvSpPr>
        <dsp:cNvPr id="0" name=""/>
        <dsp:cNvSpPr/>
      </dsp:nvSpPr>
      <dsp:spPr>
        <a:xfrm>
          <a:off x="2260854" y="702162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Growth was especially noticeable in August and September, even when engagement was lower</a:t>
          </a:r>
        </a:p>
      </dsp:txBody>
      <dsp:txXfrm>
        <a:off x="2260854" y="702162"/>
        <a:ext cx="8254746" cy="326290"/>
      </dsp:txXfrm>
    </dsp:sp>
    <dsp:sp modelId="{BF744200-532C-455C-86C7-4C19BEE38B05}">
      <dsp:nvSpPr>
        <dsp:cNvPr id="0" name=""/>
        <dsp:cNvSpPr/>
      </dsp:nvSpPr>
      <dsp:spPr>
        <a:xfrm>
          <a:off x="2103120" y="102845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F119F82-9205-41F5-8953-3EFD7966E5C0}">
      <dsp:nvSpPr>
        <dsp:cNvPr id="0" name=""/>
        <dsp:cNvSpPr/>
      </dsp:nvSpPr>
      <dsp:spPr>
        <a:xfrm>
          <a:off x="0" y="104476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0410C0-9D2F-4E4E-A852-803D89258EDD}">
      <dsp:nvSpPr>
        <dsp:cNvPr id="0" name=""/>
        <dsp:cNvSpPr/>
      </dsp:nvSpPr>
      <dsp:spPr>
        <a:xfrm>
          <a:off x="0" y="1044767"/>
          <a:ext cx="2103120" cy="104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Impressions (Reach):</a:t>
          </a:r>
          <a:endParaRPr lang="en-US" sz="1600" kern="1200"/>
        </a:p>
      </dsp:txBody>
      <dsp:txXfrm>
        <a:off x="0" y="1044767"/>
        <a:ext cx="2103120" cy="1044129"/>
      </dsp:txXfrm>
    </dsp:sp>
    <dsp:sp modelId="{6EAACCF3-5B02-4E05-8787-9924E43C02AF}">
      <dsp:nvSpPr>
        <dsp:cNvPr id="0" name=""/>
        <dsp:cNvSpPr/>
      </dsp:nvSpPr>
      <dsp:spPr>
        <a:xfrm>
          <a:off x="2260854" y="1061081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Impressions were highest in July and October, meaning our content reached the most people during these months</a:t>
          </a:r>
        </a:p>
      </dsp:txBody>
      <dsp:txXfrm>
        <a:off x="2260854" y="1061081"/>
        <a:ext cx="8254746" cy="326290"/>
      </dsp:txXfrm>
    </dsp:sp>
    <dsp:sp modelId="{A75B2040-281B-495C-8856-D048B3219161}">
      <dsp:nvSpPr>
        <dsp:cNvPr id="0" name=""/>
        <dsp:cNvSpPr/>
      </dsp:nvSpPr>
      <dsp:spPr>
        <a:xfrm>
          <a:off x="2103120" y="138737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A0B7713-013C-46DF-8F45-356E9430317D}">
      <dsp:nvSpPr>
        <dsp:cNvPr id="0" name=""/>
        <dsp:cNvSpPr/>
      </dsp:nvSpPr>
      <dsp:spPr>
        <a:xfrm>
          <a:off x="2260854" y="1403686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Regular posting and engaging topics helped keep visibility strong across all months</a:t>
          </a:r>
        </a:p>
      </dsp:txBody>
      <dsp:txXfrm>
        <a:off x="2260854" y="1403686"/>
        <a:ext cx="8254746" cy="326290"/>
      </dsp:txXfrm>
    </dsp:sp>
    <dsp:sp modelId="{C254C852-B020-49F4-B364-EFD6C295A0F9}">
      <dsp:nvSpPr>
        <dsp:cNvPr id="0" name=""/>
        <dsp:cNvSpPr/>
      </dsp:nvSpPr>
      <dsp:spPr>
        <a:xfrm>
          <a:off x="2103120" y="1729977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A571E-4188-481C-A5F3-DC2548D4566C}">
      <dsp:nvSpPr>
        <dsp:cNvPr id="0" name=""/>
        <dsp:cNvSpPr/>
      </dsp:nvSpPr>
      <dsp:spPr>
        <a:xfrm>
          <a:off x="2260854" y="1746291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Lower impressions in September may indicate less frequent posting or content that didn’t connect as strongly</a:t>
          </a:r>
        </a:p>
      </dsp:txBody>
      <dsp:txXfrm>
        <a:off x="2260854" y="1746291"/>
        <a:ext cx="8254746" cy="326290"/>
      </dsp:txXfrm>
    </dsp:sp>
    <dsp:sp modelId="{41234775-D696-44F8-BD18-B9217F441CA9}">
      <dsp:nvSpPr>
        <dsp:cNvPr id="0" name=""/>
        <dsp:cNvSpPr/>
      </dsp:nvSpPr>
      <dsp:spPr>
        <a:xfrm>
          <a:off x="2103120" y="2072582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88AF08-4667-42B9-AB50-0899311FE2CC}">
      <dsp:nvSpPr>
        <dsp:cNvPr id="0" name=""/>
        <dsp:cNvSpPr/>
      </dsp:nvSpPr>
      <dsp:spPr>
        <a:xfrm>
          <a:off x="0" y="208889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CBB06F-4661-4979-9D95-36C109D20EAA}">
      <dsp:nvSpPr>
        <dsp:cNvPr id="0" name=""/>
        <dsp:cNvSpPr/>
      </dsp:nvSpPr>
      <dsp:spPr>
        <a:xfrm>
          <a:off x="0" y="2088896"/>
          <a:ext cx="2103120" cy="104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Engagements (Reactions, Comments, Shares):</a:t>
          </a:r>
          <a:endParaRPr lang="en-US" sz="1600" kern="1200"/>
        </a:p>
      </dsp:txBody>
      <dsp:txXfrm>
        <a:off x="0" y="2088896"/>
        <a:ext cx="2103120" cy="1044129"/>
      </dsp:txXfrm>
    </dsp:sp>
    <dsp:sp modelId="{BA888CA1-7148-4A1B-AA0C-740CF2E05373}">
      <dsp:nvSpPr>
        <dsp:cNvPr id="0" name=""/>
        <dsp:cNvSpPr/>
      </dsp:nvSpPr>
      <dsp:spPr>
        <a:xfrm>
          <a:off x="2260854" y="2105211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Engagements were highest in July (217) and August (208)</a:t>
          </a:r>
        </a:p>
      </dsp:txBody>
      <dsp:txXfrm>
        <a:off x="2260854" y="2105211"/>
        <a:ext cx="8254746" cy="326290"/>
      </dsp:txXfrm>
    </dsp:sp>
    <dsp:sp modelId="{524B82D0-16C5-4E33-BD52-A00BE7B00B53}">
      <dsp:nvSpPr>
        <dsp:cNvPr id="0" name=""/>
        <dsp:cNvSpPr/>
      </dsp:nvSpPr>
      <dsp:spPr>
        <a:xfrm>
          <a:off x="2103120" y="243150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094E26-9FE3-4BAC-989C-A8790471D6AA}">
      <dsp:nvSpPr>
        <dsp:cNvPr id="0" name=""/>
        <dsp:cNvSpPr/>
      </dsp:nvSpPr>
      <dsp:spPr>
        <a:xfrm>
          <a:off x="2260854" y="2447816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These results show that interactive and visual posts perform best</a:t>
          </a:r>
        </a:p>
      </dsp:txBody>
      <dsp:txXfrm>
        <a:off x="2260854" y="2447816"/>
        <a:ext cx="8254746" cy="326290"/>
      </dsp:txXfrm>
    </dsp:sp>
    <dsp:sp modelId="{CD5C2BDE-E274-4752-BD9C-EEA2B375EC8E}">
      <dsp:nvSpPr>
        <dsp:cNvPr id="0" name=""/>
        <dsp:cNvSpPr/>
      </dsp:nvSpPr>
      <dsp:spPr>
        <a:xfrm>
          <a:off x="2103120" y="277410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F78CD-56B7-49EA-86A6-7451C06F6A94}">
      <dsp:nvSpPr>
        <dsp:cNvPr id="0" name=""/>
        <dsp:cNvSpPr/>
      </dsp:nvSpPr>
      <dsp:spPr>
        <a:xfrm>
          <a:off x="2260854" y="2790421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Engagement dipped in August and September , suggesting a need to review content type or posting times</a:t>
          </a:r>
        </a:p>
      </dsp:txBody>
      <dsp:txXfrm>
        <a:off x="2260854" y="2790421"/>
        <a:ext cx="8254746" cy="326290"/>
      </dsp:txXfrm>
    </dsp:sp>
    <dsp:sp modelId="{AC3B818E-E3B8-4D21-9369-5DCE70222AD7}">
      <dsp:nvSpPr>
        <dsp:cNvPr id="0" name=""/>
        <dsp:cNvSpPr/>
      </dsp:nvSpPr>
      <dsp:spPr>
        <a:xfrm>
          <a:off x="2103120" y="311671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1509D9-D809-42BA-9235-406DE9E6C765}">
      <dsp:nvSpPr>
        <dsp:cNvPr id="0" name=""/>
        <dsp:cNvSpPr/>
      </dsp:nvSpPr>
      <dsp:spPr>
        <a:xfrm>
          <a:off x="0" y="313302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1F9415-867F-4BD0-99D7-3A83AD465B3F}">
      <dsp:nvSpPr>
        <dsp:cNvPr id="0" name=""/>
        <dsp:cNvSpPr/>
      </dsp:nvSpPr>
      <dsp:spPr>
        <a:xfrm>
          <a:off x="0" y="3133026"/>
          <a:ext cx="2103120" cy="104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Published Posts:</a:t>
          </a:r>
        </a:p>
      </dsp:txBody>
      <dsp:txXfrm>
        <a:off x="0" y="3133026"/>
        <a:ext cx="2103120" cy="1044129"/>
      </dsp:txXfrm>
    </dsp:sp>
    <dsp:sp modelId="{C09C1717-D335-4E99-8A60-D660661FC648}">
      <dsp:nvSpPr>
        <dsp:cNvPr id="0" name=""/>
        <dsp:cNvSpPr/>
      </dsp:nvSpPr>
      <dsp:spPr>
        <a:xfrm>
          <a:off x="2260854" y="3157294"/>
          <a:ext cx="8254746" cy="485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most posts were published in July, which aligns with the highest engagement and impressions</a:t>
          </a:r>
        </a:p>
      </dsp:txBody>
      <dsp:txXfrm>
        <a:off x="2260854" y="3157294"/>
        <a:ext cx="8254746" cy="485357"/>
      </dsp:txXfrm>
    </dsp:sp>
    <dsp:sp modelId="{4E579CF8-60B5-4BDB-AAA1-41F1514B8969}">
      <dsp:nvSpPr>
        <dsp:cNvPr id="0" name=""/>
        <dsp:cNvSpPr/>
      </dsp:nvSpPr>
      <dsp:spPr>
        <a:xfrm>
          <a:off x="2103120" y="364265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59FD97D-3070-4ED2-9111-7E7128C5C7EC}">
      <dsp:nvSpPr>
        <dsp:cNvPr id="0" name=""/>
        <dsp:cNvSpPr/>
      </dsp:nvSpPr>
      <dsp:spPr>
        <a:xfrm>
          <a:off x="2260854" y="3666919"/>
          <a:ext cx="8254746" cy="4853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This indicates that consistent posting frequency helps maintain audience interest and visibility</a:t>
          </a:r>
        </a:p>
      </dsp:txBody>
      <dsp:txXfrm>
        <a:off x="2260854" y="3666919"/>
        <a:ext cx="8254746" cy="485357"/>
      </dsp:txXfrm>
    </dsp:sp>
    <dsp:sp modelId="{E6C16D94-7E7D-46F3-B50D-5D230261458F}">
      <dsp:nvSpPr>
        <dsp:cNvPr id="0" name=""/>
        <dsp:cNvSpPr/>
      </dsp:nvSpPr>
      <dsp:spPr>
        <a:xfrm>
          <a:off x="2103120" y="415227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0992A5-CCD1-4095-8A15-5A1027DDB0AD}">
      <dsp:nvSpPr>
        <dsp:cNvPr id="0" name=""/>
        <dsp:cNvSpPr/>
      </dsp:nvSpPr>
      <dsp:spPr>
        <a:xfrm>
          <a:off x="0" y="417715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165AAFE-EADC-4D1F-B076-A02FD786FC0C}">
      <dsp:nvSpPr>
        <dsp:cNvPr id="0" name=""/>
        <dsp:cNvSpPr/>
      </dsp:nvSpPr>
      <dsp:spPr>
        <a:xfrm>
          <a:off x="0" y="4177155"/>
          <a:ext cx="2103120" cy="10441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 dirty="0"/>
            <a:t>Net Audience Growth:</a:t>
          </a:r>
        </a:p>
      </dsp:txBody>
      <dsp:txXfrm>
        <a:off x="0" y="4177155"/>
        <a:ext cx="2103120" cy="1044129"/>
      </dsp:txXfrm>
    </dsp:sp>
    <dsp:sp modelId="{CA2D5F4D-58CD-4C34-B2AF-4122E57A20BC}">
      <dsp:nvSpPr>
        <dsp:cNvPr id="0" name=""/>
        <dsp:cNvSpPr/>
      </dsp:nvSpPr>
      <dsp:spPr>
        <a:xfrm>
          <a:off x="2260854" y="4193470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The page gained new followers every month except June</a:t>
          </a:r>
        </a:p>
      </dsp:txBody>
      <dsp:txXfrm>
        <a:off x="2260854" y="4193470"/>
        <a:ext cx="8254746" cy="326290"/>
      </dsp:txXfrm>
    </dsp:sp>
    <dsp:sp modelId="{5EAB3126-C007-4AFD-8511-800DD1184208}">
      <dsp:nvSpPr>
        <dsp:cNvPr id="0" name=""/>
        <dsp:cNvSpPr/>
      </dsp:nvSpPr>
      <dsp:spPr>
        <a:xfrm>
          <a:off x="2103120" y="4519760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919AE93-F771-46E6-A6E2-C32ADEBBD6EF}">
      <dsp:nvSpPr>
        <dsp:cNvPr id="0" name=""/>
        <dsp:cNvSpPr/>
      </dsp:nvSpPr>
      <dsp:spPr>
        <a:xfrm>
          <a:off x="2260854" y="4536075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August and September saw the strongest follower growth, proving that ongoing content keeps attracting new audiences</a:t>
          </a:r>
        </a:p>
      </dsp:txBody>
      <dsp:txXfrm>
        <a:off x="2260854" y="4536075"/>
        <a:ext cx="8254746" cy="326290"/>
      </dsp:txXfrm>
    </dsp:sp>
    <dsp:sp modelId="{70E17799-0ABF-471D-A8F4-1D8333C55351}">
      <dsp:nvSpPr>
        <dsp:cNvPr id="0" name=""/>
        <dsp:cNvSpPr/>
      </dsp:nvSpPr>
      <dsp:spPr>
        <a:xfrm>
          <a:off x="2103120" y="4862366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77C7E4D-8D07-47E7-84B1-5E61921FB4B2}">
      <dsp:nvSpPr>
        <dsp:cNvPr id="0" name=""/>
        <dsp:cNvSpPr/>
      </dsp:nvSpPr>
      <dsp:spPr>
        <a:xfrm>
          <a:off x="2260854" y="4878680"/>
          <a:ext cx="8254746" cy="3262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Audience retention remains healthy, few unfollows were noted</a:t>
          </a:r>
        </a:p>
      </dsp:txBody>
      <dsp:txXfrm>
        <a:off x="2260854" y="4878680"/>
        <a:ext cx="8254746" cy="326290"/>
      </dsp:txXfrm>
    </dsp:sp>
    <dsp:sp modelId="{3F00B9C2-EFB2-4380-A1CD-0A9969E77D09}">
      <dsp:nvSpPr>
        <dsp:cNvPr id="0" name=""/>
        <dsp:cNvSpPr/>
      </dsp:nvSpPr>
      <dsp:spPr>
        <a:xfrm>
          <a:off x="2103120" y="5204971"/>
          <a:ext cx="841248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7F499A-D9FA-4172-92C4-03243A3D74BC}">
      <dsp:nvSpPr>
        <dsp:cNvPr id="0" name=""/>
        <dsp:cNvSpPr/>
      </dsp:nvSpPr>
      <dsp:spPr>
        <a:xfrm>
          <a:off x="0" y="72026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Steady audience growth</a:t>
          </a:r>
          <a:r>
            <a:rPr lang="en-US" sz="1200" kern="1200"/>
            <a:t>, peaking in July (+36 followers)</a:t>
          </a:r>
        </a:p>
      </dsp:txBody>
      <dsp:txXfrm>
        <a:off x="23388" y="95414"/>
        <a:ext cx="6751763" cy="432338"/>
      </dsp:txXfrm>
    </dsp:sp>
    <dsp:sp modelId="{41016A0B-3B1C-403D-8746-E4B6D01A40A1}">
      <dsp:nvSpPr>
        <dsp:cNvPr id="0" name=""/>
        <dsp:cNvSpPr/>
      </dsp:nvSpPr>
      <dsp:spPr>
        <a:xfrm>
          <a:off x="0" y="585701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-2025358"/>
                <a:satOff val="-138"/>
                <a:lumOff val="3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025358"/>
                <a:satOff val="-138"/>
                <a:lumOff val="3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025358"/>
                <a:satOff val="-138"/>
                <a:lumOff val="3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Impressions surged 13 times</a:t>
          </a:r>
          <a:r>
            <a:rPr lang="en-US" sz="1200" kern="1200"/>
            <a:t>, showing increased reach and visibility</a:t>
          </a:r>
        </a:p>
      </dsp:txBody>
      <dsp:txXfrm>
        <a:off x="23388" y="609089"/>
        <a:ext cx="6751763" cy="432338"/>
      </dsp:txXfrm>
    </dsp:sp>
    <dsp:sp modelId="{BA7E9A92-19F7-4A7B-8093-2F41C5BFF227}">
      <dsp:nvSpPr>
        <dsp:cNvPr id="0" name=""/>
        <dsp:cNvSpPr/>
      </dsp:nvSpPr>
      <dsp:spPr>
        <a:xfrm>
          <a:off x="0" y="1099376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High posting frequency drives engagement</a:t>
          </a:r>
          <a:r>
            <a:rPr lang="en-US" sz="1200" kern="1200"/>
            <a:t>; July proves this pattern</a:t>
          </a:r>
        </a:p>
      </dsp:txBody>
      <dsp:txXfrm>
        <a:off x="23388" y="1122764"/>
        <a:ext cx="6751763" cy="432338"/>
      </dsp:txXfrm>
    </dsp:sp>
    <dsp:sp modelId="{73AA0187-A760-4D73-AD95-F83153DAE61F}">
      <dsp:nvSpPr>
        <dsp:cNvPr id="0" name=""/>
        <dsp:cNvSpPr/>
      </dsp:nvSpPr>
      <dsp:spPr>
        <a:xfrm>
          <a:off x="0" y="1613051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-6076075"/>
                <a:satOff val="-413"/>
                <a:lumOff val="98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076075"/>
                <a:satOff val="-413"/>
                <a:lumOff val="98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076075"/>
                <a:satOff val="-413"/>
                <a:lumOff val="98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Engagement flat despite high reach, </a:t>
          </a:r>
          <a:r>
            <a:rPr lang="en-US" sz="1200" kern="1200"/>
            <a:t>focus on improving content quality and CTAs</a:t>
          </a:r>
        </a:p>
      </dsp:txBody>
      <dsp:txXfrm>
        <a:off x="23388" y="1636439"/>
        <a:ext cx="6751763" cy="432338"/>
      </dsp:txXfrm>
    </dsp:sp>
    <dsp:sp modelId="{7403A0C2-2BD5-4EDE-A5EB-448C630D0B35}">
      <dsp:nvSpPr>
        <dsp:cNvPr id="0" name=""/>
        <dsp:cNvSpPr/>
      </dsp:nvSpPr>
      <dsp:spPr>
        <a:xfrm>
          <a:off x="0" y="2126726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Low comments and shares </a:t>
          </a:r>
          <a:r>
            <a:rPr lang="en-US" sz="1200" kern="1200"/>
            <a:t>encourage discussions and community interaction</a:t>
          </a:r>
        </a:p>
      </dsp:txBody>
      <dsp:txXfrm>
        <a:off x="23388" y="2150114"/>
        <a:ext cx="6751763" cy="432338"/>
      </dsp:txXfrm>
    </dsp:sp>
    <dsp:sp modelId="{4C5BFCD6-13B3-4FA1-8294-EDB15D046744}">
      <dsp:nvSpPr>
        <dsp:cNvPr id="0" name=""/>
        <dsp:cNvSpPr/>
      </dsp:nvSpPr>
      <dsp:spPr>
        <a:xfrm>
          <a:off x="0" y="2640401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-10126791"/>
                <a:satOff val="-688"/>
                <a:lumOff val="163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126791"/>
                <a:satOff val="-688"/>
                <a:lumOff val="163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126791"/>
                <a:satOff val="-688"/>
                <a:lumOff val="163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Key success:</a:t>
          </a:r>
          <a:r>
            <a:rPr lang="en-US" sz="1200" kern="1200"/>
            <a:t> Consistency and creative posting directly fuel growth</a:t>
          </a:r>
        </a:p>
      </dsp:txBody>
      <dsp:txXfrm>
        <a:off x="23388" y="2663789"/>
        <a:ext cx="6751763" cy="432338"/>
      </dsp:txXfrm>
    </dsp:sp>
    <dsp:sp modelId="{8F53755E-F6A8-4668-9314-0B75BC876451}">
      <dsp:nvSpPr>
        <dsp:cNvPr id="0" name=""/>
        <dsp:cNvSpPr/>
      </dsp:nvSpPr>
      <dsp:spPr>
        <a:xfrm>
          <a:off x="0" y="3154076"/>
          <a:ext cx="6798539" cy="479114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b="1" kern="1200"/>
            <a:t>Next step:</a:t>
          </a:r>
          <a:r>
            <a:rPr lang="en-US" sz="1200" kern="1200"/>
            <a:t> Maintain regular posting, strengthen CTAs, and experiment with interactive content to convert visibility into loyal engagement</a:t>
          </a:r>
        </a:p>
      </dsp:txBody>
      <dsp:txXfrm>
        <a:off x="23388" y="3177464"/>
        <a:ext cx="6751763" cy="43233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5C4D7-A0E1-A03F-C3AE-9B7EDA7FE2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1B56E4-91D4-4561-0C74-974D46197D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04CB6-7415-2F07-0B1D-0B72E37710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68F3A0-0EE3-CEA2-5F23-8566A78DA9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7D2ECB-DB68-E6A6-28B5-1F2A0A5FF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317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164249-CCE6-F0F4-783B-3A436A6552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E9609-B55E-1364-3B5D-8BB2D96E9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14A91F-9517-FBD6-0AD1-83D17A81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2F79C3-4D92-A0C6-1DC0-7B4AB1553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C41036-F4A8-80E2-6BF1-447F34F8B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2627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9BDC-6F58-F56D-3640-C85D5C6FE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EC7527-DCFE-FDE5-AB6A-62713FBD59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857C84-3CF2-0A1B-B62A-67E7A04D8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CD5522-9C24-162D-F314-0CDD8CD5CC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BE2811-DBAE-C9A0-2991-E0E0614F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2499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21122-DAAA-17DF-2564-E9AA171BE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26CB51-51E9-BA9F-6703-3A11B5441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401527-2220-A54E-6CD6-5CA3F2AF8B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712E2-1134-AB09-CEA1-3752DBE1B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7B1ED-50D2-722F-B269-36AA50E45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6A92B7-0E2E-29AC-2C05-4A1782C45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074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A858-7EF2-00B1-5A66-7406D5CA1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E61A68-EC70-B313-24D8-07F29B7E3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584F5-1783-2D54-3DEB-DDB8718DC0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399ABE-058A-36ED-1511-9FFDD3A299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EF40AD-A569-983B-7A88-42084D8258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06B37A-CF92-4CCC-45F4-EFE34E532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2C86D91-4311-0593-863E-40FD9A7EE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DBC6E0-E8C9-6B98-DC92-7C61CADD1E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037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7F21B-3BDF-59CA-54FC-BAC5EC704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0796E-412E-0323-F91C-4F9BEE725B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856BBF-F1CE-D145-07D3-AFB101C83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EC8CA2-53F6-71E9-F194-819197B1E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532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B0B713-189B-B672-E237-06BBCE7F43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750E2C-6CC4-E443-901C-2A3816D4BA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489DBC-6C86-8608-D7DA-A87C0251C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4176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1F0CAE-805F-DFA2-F810-900088F11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3C1E2B-B8AE-AAD0-84FB-9AE6417AB9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24CD89-36E3-4D2E-463D-7A242CF534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467F5A-B754-08F2-0D4D-0A5330CC46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698B26-A501-7930-1B71-798F609DE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13139B-5CF5-115F-D899-47C6EC3F7D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1671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87DB8-73FC-5339-4F24-043BAA403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6E1FDA2-E71E-4B11-DD0D-06FEF96776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A20FA7-87B2-8EAA-E4F6-9D0DB08F24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3E0B0F-9C15-4F3C-B506-BF55D12E04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33787A-8F3F-D70E-0010-6FE18B96F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85F13A-B090-29B6-50BF-A7DD31D659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275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26C00-71B8-168C-D110-5196860CD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F69C24-4B3D-874E-7CB5-0DC0D2EAA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92D18F-ECD5-5CC6-E328-F611C7ADAD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002AA-8273-EF4B-7850-5F8729CBFC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2DA02F-45E4-5B61-FD70-5B47DB818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740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3CD404-0E35-13D9-7A67-A01A25C0FB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369F0D-2B34-D74B-D572-C8C9FF5713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273B35-0D8C-A423-E0F1-06B2DB75D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8FB91-2503-4925-78C3-EF8F9B8AA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3904E2-54C2-E93E-B76C-29FF7966A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7507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E027D-33BB-AE6F-0571-8559044F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B2177E-184E-B021-0C63-86AB659176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127892-425F-CDC2-5FF6-12F84E564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265650-E73D-43CE-B5E8-3B6C01A73B71}" type="datetimeFigureOut">
              <a:rPr lang="en-US" smtClean="0"/>
              <a:t>12/10/2025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8253F-53A0-85EB-0E87-C30ED5812B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342E2B-DD51-11DB-E61C-2FBB694CAB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82C060-A475-4EAF-B5D0-791BABDBCB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2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1EADCAF8-8823-4E89-8612-21029831A4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28CA07B2-0819-4B62-9425-7A52BBDD70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 dirty="0"/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DA02BEE4-A5D4-40AF-882D-49D34B086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6937"/>
            <a:chExt cx="9772765" cy="6858000"/>
          </a:xfrm>
        </p:grpSpPr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0F5843EB-154F-4459-8954-BB1DF64BBD1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6937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75905135-55D9-431B-8D5A-4C5C92B1F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6937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accent1">
                <a:alpha val="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B732812-A0BB-4324-B390-DFEF26C109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6937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1FEC055-6F76-4E20-BC93-76C2F58EA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6937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8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D74CD21D-122E-4F3D-82AF-F4A37C278A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6937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2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5A7FF51F-3820-41BE-8690-7E758ECFA7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6937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gradFill>
              <a:gsLst>
                <a:gs pos="813">
                  <a:schemeClr val="bg1">
                    <a:alpha val="41000"/>
                  </a:schemeClr>
                </a:gs>
                <a:gs pos="20000">
                  <a:schemeClr val="accent5">
                    <a:lumMod val="85000"/>
                    <a:alpha val="56000"/>
                  </a:schemeClr>
                </a:gs>
                <a:gs pos="44000">
                  <a:schemeClr val="accent6">
                    <a:lumMod val="40000"/>
                    <a:lumOff val="60000"/>
                    <a:alpha val="57000"/>
                  </a:schemeClr>
                </a:gs>
                <a:gs pos="100000">
                  <a:schemeClr val="bg1">
                    <a:alpha val="59000"/>
                  </a:schemeClr>
                </a:gs>
                <a:gs pos="74000">
                  <a:schemeClr val="accent1">
                    <a:lumMod val="91000"/>
                    <a:lumOff val="9000"/>
                    <a:alpha val="34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85EAD889-EA4D-485F-BA9C-F6473A4329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6937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</p:grpSp>
      <p:sp>
        <p:nvSpPr>
          <p:cNvPr id="4" name="Rectangle 3">
            <a:extLst>
              <a:ext uri="{FF2B5EF4-FFF2-40B4-BE49-F238E27FC236}">
                <a16:creationId xmlns:a16="http://schemas.microsoft.com/office/drawing/2014/main" id="{76F4CBEE-1DBA-4E8B-44DB-801A64EAFC59}"/>
              </a:ext>
            </a:extLst>
          </p:cNvPr>
          <p:cNvSpPr/>
          <p:nvPr/>
        </p:nvSpPr>
        <p:spPr>
          <a:xfrm>
            <a:off x="3045368" y="2043663"/>
            <a:ext cx="6105194" cy="203105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200" b="1" kern="1200" cap="none" spc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2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  <a:latin typeface="+mj-lt"/>
                <a:ea typeface="+mj-ea"/>
                <a:cs typeface="+mj-cs"/>
              </a:rPr>
              <a:t>Instagram Analytics</a:t>
            </a:r>
            <a:endParaRPr lang="en-US" sz="5200" b="1" kern="1200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2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  <a:latin typeface="+mj-lt"/>
              <a:ea typeface="+mj-ea"/>
              <a:cs typeface="+mj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E43A0C-2AE4-3622-1176-02D20D39F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5368" y="4160126"/>
            <a:ext cx="6105194" cy="6820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b="1" kern="1200" dirty="0">
                <a:solidFill>
                  <a:schemeClr val="tx2"/>
                </a:solidFill>
                <a:latin typeface="+mn-lt"/>
                <a:ea typeface="+mn-ea"/>
                <a:cs typeface="+mn-cs"/>
              </a:rPr>
              <a:t>OC Team</a:t>
            </a:r>
          </a:p>
        </p:txBody>
      </p:sp>
    </p:spTree>
    <p:extLst>
      <p:ext uri="{BB962C8B-B14F-4D97-AF65-F5344CB8AC3E}">
        <p14:creationId xmlns:p14="http://schemas.microsoft.com/office/powerpoint/2010/main" val="40115069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96E5FD-8D67-C282-3A43-9F2DA1444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Performance Over Time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86E5F07-0A9C-1744-09D7-1268589593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83504710"/>
              </p:ext>
            </p:extLst>
          </p:nvPr>
        </p:nvGraphicFramePr>
        <p:xfrm>
          <a:off x="643467" y="1675227"/>
          <a:ext cx="11210924" cy="48881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88669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26D81-8007-3A5E-B54F-9A6B985849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89915"/>
          </a:xfrm>
        </p:spPr>
        <p:txBody>
          <a:bodyPr>
            <a:normAutofit fontScale="90000"/>
          </a:bodyPr>
          <a:lstStyle/>
          <a:p>
            <a:r>
              <a:rPr lang="en-US" dirty="0"/>
              <a:t>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2BE9AB0-B0BE-39CF-908C-F31999ADDC2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19067219"/>
              </p:ext>
            </p:extLst>
          </p:nvPr>
        </p:nvGraphicFramePr>
        <p:xfrm>
          <a:off x="838200" y="955040"/>
          <a:ext cx="10515600" cy="52219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4691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295C14-E817-15DE-5E38-72DB379E3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Engagement vs Audience Growth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120C1D2-45F5-8180-ABD6-0E7DE3154F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30933571"/>
              </p:ext>
            </p:extLst>
          </p:nvPr>
        </p:nvGraphicFramePr>
        <p:xfrm>
          <a:off x="556532" y="1578768"/>
          <a:ext cx="10881935" cy="44240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055030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FF078C-D42E-5A46-B089-5D2E5015A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667BB-A67F-072C-0B16-D87A168991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1300" b="1" dirty="0"/>
              <a:t>July – Strongest Month Overall</a:t>
            </a:r>
          </a:p>
          <a:p>
            <a:r>
              <a:rPr lang="en-US" sz="1300" b="1" dirty="0"/>
              <a:t>Highest audience growth (36)</a:t>
            </a:r>
            <a:r>
              <a:rPr lang="en-US" sz="1300" dirty="0"/>
              <a:t> and </a:t>
            </a:r>
            <a:r>
              <a:rPr lang="en-US" sz="1300" b="1" dirty="0"/>
              <a:t>highest engagement rate (0.90%)</a:t>
            </a:r>
            <a:endParaRPr lang="en-US" sz="1300" dirty="0"/>
          </a:p>
          <a:p>
            <a:r>
              <a:rPr lang="en-US" sz="1300" dirty="0"/>
              <a:t>This means </a:t>
            </a:r>
            <a:r>
              <a:rPr lang="en-US" sz="1300" b="1" dirty="0"/>
              <a:t>posts connected very well with people</a:t>
            </a:r>
            <a:r>
              <a:rPr lang="en-US" sz="1300" dirty="0"/>
              <a:t> as they not only engaged but also started following the page</a:t>
            </a:r>
          </a:p>
          <a:p>
            <a:r>
              <a:rPr lang="en-US" sz="1300" dirty="0"/>
              <a:t>July content was both </a:t>
            </a:r>
            <a:r>
              <a:rPr lang="en-US" sz="1300" b="1" dirty="0"/>
              <a:t>visible and impactful</a:t>
            </a:r>
            <a:r>
              <a:rPr lang="en-US" sz="1300" dirty="0"/>
              <a:t>, showing what type of content attracts and retains new audiences</a:t>
            </a:r>
          </a:p>
          <a:p>
            <a:r>
              <a:rPr lang="en-US" sz="1300" b="1" dirty="0"/>
              <a:t> June and September – Moderate Performance</a:t>
            </a:r>
          </a:p>
          <a:p>
            <a:r>
              <a:rPr lang="en-US" sz="1300" b="1" dirty="0"/>
              <a:t>Audience growth (7)</a:t>
            </a:r>
            <a:r>
              <a:rPr lang="en-US" sz="1300" dirty="0"/>
              <a:t> was steady, but </a:t>
            </a:r>
            <a:r>
              <a:rPr lang="en-US" sz="1300" b="1" dirty="0"/>
              <a:t>engagement rate was low (0.25–0.07%)</a:t>
            </a:r>
            <a:endParaRPr lang="en-US" sz="1300" dirty="0"/>
          </a:p>
          <a:p>
            <a:r>
              <a:rPr lang="en-US" sz="1300" dirty="0"/>
              <a:t>People saw the posts but didn’t interact much , engagement was </a:t>
            </a:r>
            <a:r>
              <a:rPr lang="en-US" sz="1300" b="1" dirty="0"/>
              <a:t>low</a:t>
            </a:r>
            <a:endParaRPr lang="en-US" sz="1300" dirty="0"/>
          </a:p>
          <a:p>
            <a:r>
              <a:rPr lang="en-US" sz="1300" dirty="0"/>
              <a:t>Suggests a need to focus on </a:t>
            </a:r>
            <a:r>
              <a:rPr lang="en-US" sz="1300" b="1" dirty="0"/>
              <a:t>more interactive or visual content</a:t>
            </a:r>
            <a:r>
              <a:rPr lang="en-US" sz="1300" dirty="0"/>
              <a:t> during those months</a:t>
            </a:r>
          </a:p>
          <a:p>
            <a:r>
              <a:rPr lang="en-US" sz="1300" b="1" dirty="0"/>
              <a:t> August – Low Engagement but Some Follower Gain</a:t>
            </a:r>
          </a:p>
          <a:p>
            <a:r>
              <a:rPr lang="en-US" sz="1300" b="1" dirty="0"/>
              <a:t>Engagement rate (0.32%)</a:t>
            </a:r>
            <a:r>
              <a:rPr lang="en-US" sz="1300" dirty="0"/>
              <a:t> was moderate, but </a:t>
            </a:r>
            <a:r>
              <a:rPr lang="en-US" sz="1300" b="1" dirty="0"/>
              <a:t>audience growth (+1)</a:t>
            </a:r>
            <a:r>
              <a:rPr lang="en-US" sz="1300" dirty="0"/>
              <a:t> was limited</a:t>
            </a:r>
          </a:p>
          <a:p>
            <a:r>
              <a:rPr lang="en-US" sz="1300" dirty="0"/>
              <a:t>Indicates posts reached new people but weren’t engaging enough to build loyalty</a:t>
            </a:r>
          </a:p>
          <a:p>
            <a:r>
              <a:rPr lang="en-US" sz="1300" b="1" dirty="0"/>
              <a:t> October – Slight Drop</a:t>
            </a:r>
          </a:p>
          <a:p>
            <a:r>
              <a:rPr lang="en-US" sz="1300" b="1" dirty="0"/>
              <a:t>Audience growth turned negative (-1)</a:t>
            </a:r>
            <a:r>
              <a:rPr lang="en-US" sz="1300" dirty="0"/>
              <a:t> even though </a:t>
            </a:r>
            <a:r>
              <a:rPr lang="en-US" sz="1300" b="1" dirty="0"/>
              <a:t>engagement rate (0.35%)</a:t>
            </a:r>
            <a:r>
              <a:rPr lang="en-US" sz="1300" dirty="0"/>
              <a:t> improved slightly</a:t>
            </a:r>
          </a:p>
          <a:p>
            <a:r>
              <a:rPr lang="en-US" sz="1300" dirty="0"/>
              <a:t>This could mean some followers </a:t>
            </a:r>
            <a:r>
              <a:rPr lang="en-US" sz="1300" b="1" dirty="0"/>
              <a:t>unfollowed</a:t>
            </a:r>
            <a:r>
              <a:rPr lang="en-US" sz="1300" dirty="0"/>
              <a:t> the page or weren’t finding the content relevant</a:t>
            </a:r>
          </a:p>
          <a:p>
            <a:r>
              <a:rPr lang="en-US" sz="1300" dirty="0"/>
              <a:t>Time to </a:t>
            </a:r>
            <a:r>
              <a:rPr lang="en-US" sz="1300" b="1" dirty="0"/>
              <a:t>review content tone and posting frequency</a:t>
            </a:r>
            <a:r>
              <a:rPr lang="en-US" sz="1300" dirty="0"/>
              <a:t> for consistency</a:t>
            </a:r>
          </a:p>
          <a:p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42929626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9E5078-D73D-43B6-997D-742F695BE9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84742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Audience Dynamics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FB53C9-03F5-6FB3-1CE6-310A7D597E28}"/>
              </a:ext>
            </a:extLst>
          </p:cNvPr>
          <p:cNvSpPr txBox="1"/>
          <p:nvPr/>
        </p:nvSpPr>
        <p:spPr>
          <a:xfrm>
            <a:off x="6366934" y="1769534"/>
            <a:ext cx="5825066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</a:p>
          <a:p>
            <a:endParaRPr lang="en-US" dirty="0"/>
          </a:p>
          <a:p>
            <a:r>
              <a:rPr lang="en-US" b="1" dirty="0"/>
              <a:t>July</a:t>
            </a:r>
            <a:r>
              <a:rPr lang="en-US" dirty="0"/>
              <a:t> recorded the </a:t>
            </a:r>
            <a:r>
              <a:rPr lang="en-US" b="1" dirty="0"/>
              <a:t>highest follower growth (+36)</a:t>
            </a:r>
            <a:r>
              <a:rPr lang="en-US" dirty="0"/>
              <a:t> suggests strong audience acquisition</a:t>
            </a:r>
          </a:p>
          <a:p>
            <a:r>
              <a:rPr lang="en-US" b="1" dirty="0"/>
              <a:t>June and September</a:t>
            </a:r>
            <a:r>
              <a:rPr lang="en-US" dirty="0"/>
              <a:t> saw moderate gains (+7 each)</a:t>
            </a:r>
          </a:p>
          <a:p>
            <a:r>
              <a:rPr lang="en-US" b="1" dirty="0"/>
              <a:t>October</a:t>
            </a:r>
            <a:r>
              <a:rPr lang="en-US" dirty="0"/>
              <a:t> showed a slight </a:t>
            </a:r>
            <a:r>
              <a:rPr lang="en-US" b="1" dirty="0"/>
              <a:t>drop in followers (-1)</a:t>
            </a:r>
            <a:r>
              <a:rPr lang="en-US" dirty="0"/>
              <a:t>, minor audience churn</a:t>
            </a:r>
          </a:p>
          <a:p>
            <a:r>
              <a:rPr lang="en-US" dirty="0"/>
              <a:t>Overall, the page </a:t>
            </a:r>
            <a:r>
              <a:rPr lang="en-US" b="1" dirty="0"/>
              <a:t>gained followers steadily</a:t>
            </a:r>
            <a:r>
              <a:rPr lang="en-US" dirty="0"/>
              <a:t>, suggesting consistent visibility and relevance.</a:t>
            </a:r>
          </a:p>
          <a:p>
            <a:r>
              <a:rPr lang="en-US" dirty="0"/>
              <a:t>Audience growth peaked mid-year, driven by active posting and engaging content. Retention remains strong but needs consistency to avoid dips like October.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00A30F6-9728-6B41-3FAF-349CE66918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6994590"/>
              </p:ext>
            </p:extLst>
          </p:nvPr>
        </p:nvGraphicFramePr>
        <p:xfrm>
          <a:off x="569595" y="1177607"/>
          <a:ext cx="5255472" cy="467455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97424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01C65F-5DA8-E990-720B-A4E4A7D7B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Impressions vs Engagement</a:t>
            </a:r>
            <a:br>
              <a:rPr lang="en-US" sz="38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38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92908A-E6BA-966F-7AF0-0751E9B2893D}"/>
              </a:ext>
            </a:extLst>
          </p:cNvPr>
          <p:cNvSpPr txBox="1"/>
          <p:nvPr/>
        </p:nvSpPr>
        <p:spPr>
          <a:xfrm>
            <a:off x="630936" y="2807208"/>
            <a:ext cx="3429000" cy="341071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400" b="1" dirty="0"/>
              <a:t>Insights: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Impressions grew sharply</a:t>
            </a:r>
            <a:r>
              <a:rPr lang="en-US" sz="1400" dirty="0"/>
              <a:t> from </a:t>
            </a:r>
            <a:r>
              <a:rPr lang="en-US" sz="1400" b="1" dirty="0"/>
              <a:t>1.3K in June to 20K in August</a:t>
            </a:r>
            <a:r>
              <a:rPr lang="en-US" sz="1400" dirty="0"/>
              <a:t>, showing expanding reach.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b="1" dirty="0"/>
              <a:t>Engagement</a:t>
            </a:r>
            <a:r>
              <a:rPr lang="en-US" sz="1400" dirty="0"/>
              <a:t> stayed relatively flat despite higher impressions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This means posts were seen by more people but didn’t trigger proportionate interaction.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400" dirty="0"/>
              <a:t>Reach increased significantly, but engagement didn’t keep pace. The content was visible but less compelling. Future posts should aim to convert visibility into meaningful actions.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14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2ABEAE18-4E50-5F6F-AE11-24DAC4BB2DE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97899264"/>
              </p:ext>
            </p:extLst>
          </p:nvPr>
        </p:nvGraphicFramePr>
        <p:xfrm>
          <a:off x="5579533" y="639520"/>
          <a:ext cx="6239934" cy="5659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0607499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862410-D7EC-3570-FF10-4007FB8E65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52475"/>
          </a:xfrm>
        </p:spPr>
        <p:txBody>
          <a:bodyPr>
            <a:normAutofit/>
          </a:bodyPr>
          <a:lstStyle/>
          <a:p>
            <a:pPr algn="ctr"/>
            <a:r>
              <a:rPr lang="en-US" sz="3200" dirty="0"/>
              <a:t>Posting Frequency vs Engagement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DA0BFC-9C22-CCDF-7CBF-DE26166AE3D8}"/>
              </a:ext>
            </a:extLst>
          </p:cNvPr>
          <p:cNvSpPr txBox="1"/>
          <p:nvPr/>
        </p:nvSpPr>
        <p:spPr>
          <a:xfrm>
            <a:off x="7255934" y="1524000"/>
            <a:ext cx="4698999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Insights:</a:t>
            </a:r>
          </a:p>
          <a:p>
            <a:endParaRPr lang="en-US" dirty="0"/>
          </a:p>
          <a:p>
            <a:r>
              <a:rPr lang="en-US" b="1" dirty="0"/>
              <a:t>July</a:t>
            </a:r>
            <a:r>
              <a:rPr lang="en-US" dirty="0"/>
              <a:t> had the </a:t>
            </a:r>
            <a:r>
              <a:rPr lang="en-US" b="1" dirty="0"/>
              <a:t>highest post frequency (37)</a:t>
            </a:r>
            <a:r>
              <a:rPr lang="en-US" dirty="0"/>
              <a:t>  also the </a:t>
            </a:r>
            <a:r>
              <a:rPr lang="en-US" b="1" dirty="0"/>
              <a:t>highest engagement rate (0.9%)</a:t>
            </a:r>
            <a:r>
              <a:rPr lang="en-US" dirty="0"/>
              <a:t>  means consistent activity paid off.</a:t>
            </a:r>
          </a:p>
          <a:p>
            <a:r>
              <a:rPr lang="en-US" b="1" dirty="0"/>
              <a:t>Lower posting months (June, September)</a:t>
            </a:r>
            <a:r>
              <a:rPr lang="en-US" dirty="0"/>
              <a:t> show minimal engagement.</a:t>
            </a:r>
          </a:p>
          <a:p>
            <a:r>
              <a:rPr lang="en-US" b="1" dirty="0"/>
              <a:t>October and August</a:t>
            </a:r>
            <a:r>
              <a:rPr lang="en-US" dirty="0"/>
              <a:t> performed moderately well, suggesting steady consistency helps maintain interest.</a:t>
            </a:r>
          </a:p>
          <a:p>
            <a:r>
              <a:rPr lang="en-US" dirty="0"/>
              <a:t>Posting frequency directly influences engagement  for example, consistent, high-volume months (like July) drive stronger audience interaction.</a:t>
            </a:r>
          </a:p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EB64ECF2-403C-7675-6644-1137EE158C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14484987"/>
              </p:ext>
            </p:extLst>
          </p:nvPr>
        </p:nvGraphicFramePr>
        <p:xfrm>
          <a:off x="487680" y="1188720"/>
          <a:ext cx="6512560" cy="518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461911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4AC5506-6312-4701-8D3C-40187889A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51752"/>
            <a:ext cx="12192000" cy="736551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D618F1-F81A-D64F-5C41-11D1023E3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6532" y="643467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2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Engagement Type Breakdown</a:t>
            </a:r>
            <a:br>
              <a:rPr lang="en-US" sz="2200" b="1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</a:br>
            <a:endParaRPr lang="en-US" sz="2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1C23526-B6A2-0996-589F-4D09F39123F1}"/>
              </a:ext>
            </a:extLst>
          </p:cNvPr>
          <p:cNvSpPr txBox="1"/>
          <p:nvPr/>
        </p:nvSpPr>
        <p:spPr>
          <a:xfrm>
            <a:off x="379866" y="5182773"/>
            <a:ext cx="1143226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Reactions dominate</a:t>
            </a:r>
            <a:r>
              <a:rPr lang="en-US" sz="1400" dirty="0"/>
              <a:t> engagement (e.g., 163 in July, 177 in August)</a:t>
            </a:r>
          </a:p>
          <a:p>
            <a:r>
              <a:rPr lang="en-US" sz="1400" b="1" dirty="0"/>
              <a:t>Comments and shares</a:t>
            </a:r>
            <a:r>
              <a:rPr lang="en-US" sz="1400" dirty="0"/>
              <a:t> are lower, meaning audiences prefer light engagement over discussions or sharing</a:t>
            </a:r>
          </a:p>
          <a:p>
            <a:r>
              <a:rPr lang="en-US" sz="1400" b="1" dirty="0"/>
              <a:t>Post link clicks</a:t>
            </a:r>
            <a:r>
              <a:rPr lang="en-US" sz="1400" dirty="0"/>
              <a:t> remain low which suggests CTAs could be clearer or more motivating</a:t>
            </a:r>
          </a:p>
          <a:p>
            <a:r>
              <a:rPr lang="en-US" sz="1400" b="1" dirty="0"/>
              <a:t>Saves</a:t>
            </a:r>
            <a:r>
              <a:rPr lang="en-US" sz="1400" dirty="0"/>
              <a:t> are minimal, suggesting content is consumed but not often revisited</a:t>
            </a:r>
          </a:p>
          <a:p>
            <a:r>
              <a:rPr lang="en-US" sz="1400" dirty="0"/>
              <a:t>Engagement is mostly emotional (likes/reactions). There’s room to boost deeper interaction (comments, shares) with conversation-driven posts and clearer CTAs</a:t>
            </a:r>
          </a:p>
          <a:p>
            <a:endParaRPr lang="en-US" dirty="0"/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BD88B686-9656-D189-4FD0-0E725FF2BCD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69062736"/>
              </p:ext>
            </p:extLst>
          </p:nvPr>
        </p:nvGraphicFramePr>
        <p:xfrm>
          <a:off x="772160" y="1656080"/>
          <a:ext cx="11210924" cy="337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172012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36BF3E-8572-C98F-5288-989433DB6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anchor="b">
            <a:normAutofit/>
          </a:bodyPr>
          <a:lstStyle/>
          <a:p>
            <a:r>
              <a:rPr lang="en-US" sz="4000" dirty="0"/>
              <a:t>Key Takeaways</a:t>
            </a:r>
          </a:p>
        </p:txBody>
      </p:sp>
      <p:pic>
        <p:nvPicPr>
          <p:cNvPr id="6" name="Picture 5" descr="A close-up of a blue wave&#10;&#10;AI-generated content may be incorrect.">
            <a:extLst>
              <a:ext uri="{FF2B5EF4-FFF2-40B4-BE49-F238E27FC236}">
                <a16:creationId xmlns:a16="http://schemas.microsoft.com/office/drawing/2014/main" id="{D54B040F-61F4-FDE5-707D-1D7E58EEC1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682" r="3424"/>
          <a:stretch>
            <a:fillRect/>
          </a:stretch>
        </p:blipFill>
        <p:spPr>
          <a:xfrm>
            <a:off x="1" y="10"/>
            <a:ext cx="3640666" cy="6857990"/>
          </a:xfrm>
          <a:prstGeom prst="rect">
            <a:avLst/>
          </a:prstGeom>
          <a:effectLst/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F0F220-120D-3310-1530-E751FCA58FF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45549381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3937281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830</Words>
  <Application>Microsoft Office PowerPoint</Application>
  <PresentationFormat>Widescreen</PresentationFormat>
  <Paragraphs>85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Performance Over Time</vt:lpstr>
      <vt:lpstr>Insights</vt:lpstr>
      <vt:lpstr>Engagement vs Audience Growth</vt:lpstr>
      <vt:lpstr>Insights</vt:lpstr>
      <vt:lpstr>Audience Dynamics</vt:lpstr>
      <vt:lpstr>Impressions vs Engagement </vt:lpstr>
      <vt:lpstr>Posting Frequency vs Engagement</vt:lpstr>
      <vt:lpstr>Engagement Type Breakdown </vt:lpstr>
      <vt:lpstr>Key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Prateeksha Mehta</dc:creator>
  <cp:lastModifiedBy>Prateeksha Mehta</cp:lastModifiedBy>
  <cp:revision>44</cp:revision>
  <dcterms:created xsi:type="dcterms:W3CDTF">2025-11-06T20:18:59Z</dcterms:created>
  <dcterms:modified xsi:type="dcterms:W3CDTF">2025-12-10T20:58:05Z</dcterms:modified>
</cp:coreProperties>
</file>